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3" r:id="rId4"/>
  </p:sldMasterIdLst>
  <p:notesMasterIdLst>
    <p:notesMasterId r:id="rId30"/>
  </p:notesMasterIdLst>
  <p:handoutMasterIdLst>
    <p:handoutMasterId r:id="rId31"/>
  </p:handoutMasterIdLst>
  <p:sldIdLst>
    <p:sldId id="256" r:id="rId12"/>
    <p:sldId id="257" r:id="rId13"/>
    <p:sldId id="258" r:id="rId14"/>
    <p:sldId id="259" r:id="rId15"/>
    <p:sldId id="260" r:id="rId16"/>
  </p:sldIdLst>
  <p:sldSz cx="12188825" cy="6858000"/>
  <p:notesSz cx="7023100" cy="9309100"/>
  <p:custDataLst>
    <p:tags r:id="rId32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32" userDrawn="1">
          <p15:clr>
            <a:srgbClr val="A4A3A4"/>
          </p15:clr>
        </p15:guide>
        <p15:guide id="2" pos="221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A1"/>
    <a:srgbClr val="F37121"/>
    <a:srgbClr val="BFD857"/>
    <a:srgbClr val="0A2240"/>
    <a:srgbClr val="253746"/>
    <a:srgbClr val="000000"/>
    <a:srgbClr val="7C2502"/>
    <a:srgbClr val="FC7420"/>
    <a:srgbClr val="5B6770"/>
    <a:srgbClr val="231F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834" autoAdjust="0"/>
    <p:restoredTop sz="96327" autoAdjust="0"/>
  </p:normalViewPr>
  <p:slideViewPr>
    <p:cSldViewPr snapToGrid="0" showGuides="1">
      <p:cViewPr varScale="1">
        <p:scale>
          <a:sx n="149" d="100"/>
          <a:sy n="149" d="100"/>
        </p:scale>
        <p:origin x="3828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3276"/>
    </p:cViewPr>
  </p:sorterViewPr>
  <p:notesViewPr>
    <p:cSldViewPr snapToGrid="0">
      <p:cViewPr varScale="1">
        <p:scale>
          <a:sx n="113" d="100"/>
          <a:sy n="113" d="100"/>
        </p:scale>
        <p:origin x="2464" y="184"/>
      </p:cViewPr>
      <p:guideLst>
        <p:guide orient="horz" pos="2932"/>
        <p:guide pos="2212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tags" Target="tags/tag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fps on time</c:v>
                </c:pt>
              </c:strCache>
            </c:strRef>
          </c:tx>
          <c:spPr>
            <a:ln w="34925">
              <a:solidFill>
                <a:srgbClr val="009BDF"/>
              </a:solidFill>
              <a:prstDash val="dash"/>
            </a:ln>
          </c:spPr>
          <c:marker>
            <c:symbol val="circle"/>
            <c:size val="8"/>
            <c:spPr>
              <a:solidFill>
                <a:srgbClr val="009BDF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3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09BDF"/>
                        </a:solidFill>
                      </a:rPr>
                      <a:t>40%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09BDF"/>
                        </a:solidFill>
                      </a:rPr>
                      <a:t>40%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2030</c:v>
                </c:pt>
                <c:pt idx="1">
                  <c:v>2035</c:v>
                </c:pt>
                <c:pt idx="2">
                  <c:v>2040</c:v>
                </c:pt>
                <c:pt idx="3">
                  <c:v>2045</c:v>
                </c:pt>
                <c:pt idx="4">
                  <c:v>2050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40.0</c:v>
                </c:pt>
                <c:pt idx="1">
                  <c:v>42.0</c:v>
                </c:pt>
                <c:pt idx="2">
                  <c:v>40.2</c:v>
                </c:pt>
                <c:pt idx="3">
                  <c:v>40.2</c:v>
                </c:pt>
                <c:pt idx="4">
                  <c:v>40.2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fps three years late</c:v>
                </c:pt>
              </c:strCache>
            </c:strRef>
          </c:tx>
          <c:spPr>
            <a:ln w="34925">
              <a:solidFill>
                <a:srgbClr val="0033A1"/>
              </a:solidFill>
            </a:ln>
          </c:spPr>
          <c:marker>
            <c:symbol val="circle"/>
            <c:size val="8"/>
            <c:spPr>
              <a:solidFill>
                <a:srgbClr val="0033A1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3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033A1"/>
                        </a:solidFill>
                      </a:rPr>
                      <a:t>32%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033A1"/>
                        </a:solidFill>
                      </a:rPr>
                      <a:t>25%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2030</c:v>
                </c:pt>
                <c:pt idx="1">
                  <c:v>2035</c:v>
                </c:pt>
                <c:pt idx="2">
                  <c:v>2040</c:v>
                </c:pt>
                <c:pt idx="3">
                  <c:v>2045</c:v>
                </c:pt>
                <c:pt idx="4">
                  <c:v>2050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40.0</c:v>
                </c:pt>
                <c:pt idx="1">
                  <c:v>42.0</c:v>
                </c:pt>
                <c:pt idx="2">
                  <c:v>38.4</c:v>
                </c:pt>
                <c:pt idx="3">
                  <c:v>32.3</c:v>
                </c:pt>
                <c:pt idx="4">
                  <c:v>25.0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8CED6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0.0"/>
          <c:min val="20.0"/>
        </c:scaling>
        <c:delete val="0"/>
        <c:axPos val="l"/>
        <c:majorGridlines>
          <c:spPr>
            <a:ln>
              <a:solidFill>
                <a:srgbClr val="C8CED6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  <c:majorUnit val="10.0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1F2937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fps on time</c:v>
                </c:pt>
              </c:strCache>
            </c:strRef>
          </c:tx>
          <c:spPr>
            <a:ln w="34925">
              <a:solidFill>
                <a:srgbClr val="009BDF"/>
              </a:solidFill>
              <a:prstDash val="dash"/>
            </a:ln>
          </c:spPr>
          <c:marker>
            <c:symbol val="circle"/>
            <c:size val="8"/>
            <c:spPr>
              <a:solidFill>
                <a:srgbClr val="009BDF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3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09BDF"/>
                        </a:solidFill>
                      </a:rPr>
                      <a:t>54%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09BDF"/>
                        </a:solidFill>
                      </a:rPr>
                      <a:t>49%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2030</c:v>
                </c:pt>
                <c:pt idx="1">
                  <c:v>2035</c:v>
                </c:pt>
                <c:pt idx="2">
                  <c:v>2040</c:v>
                </c:pt>
                <c:pt idx="3">
                  <c:v>2045</c:v>
                </c:pt>
                <c:pt idx="4">
                  <c:v>2050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58.8</c:v>
                </c:pt>
                <c:pt idx="1">
                  <c:v>58.8</c:v>
                </c:pt>
                <c:pt idx="2">
                  <c:v>58.8</c:v>
                </c:pt>
                <c:pt idx="3">
                  <c:v>53.8</c:v>
                </c:pt>
                <c:pt idx="4">
                  <c:v>48.8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fps three years late</c:v>
                </c:pt>
              </c:strCache>
            </c:strRef>
          </c:tx>
          <c:spPr>
            <a:ln w="34925">
              <a:solidFill>
                <a:srgbClr val="0033A1"/>
              </a:solidFill>
            </a:ln>
          </c:spPr>
          <c:marker>
            <c:symbol val="circle"/>
            <c:size val="8"/>
            <c:spPr>
              <a:solidFill>
                <a:srgbClr val="0033A1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3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033A1"/>
                        </a:solidFill>
                      </a:rPr>
                      <a:t>68%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033A1"/>
                        </a:solidFill>
                      </a:rPr>
                      <a:t>74%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2030</c:v>
                </c:pt>
                <c:pt idx="1">
                  <c:v>2035</c:v>
                </c:pt>
                <c:pt idx="2">
                  <c:v>2040</c:v>
                </c:pt>
                <c:pt idx="3">
                  <c:v>2045</c:v>
                </c:pt>
                <c:pt idx="4">
                  <c:v>2050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58.8</c:v>
                </c:pt>
                <c:pt idx="1">
                  <c:v>58.8</c:v>
                </c:pt>
                <c:pt idx="2">
                  <c:v>63.1</c:v>
                </c:pt>
                <c:pt idx="3">
                  <c:v>68.4</c:v>
                </c:pt>
                <c:pt idx="4">
                  <c:v>73.8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8CED6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80.0"/>
          <c:min val="40.0"/>
        </c:scaling>
        <c:delete val="0"/>
        <c:axPos val="l"/>
        <c:majorGridlines>
          <c:spPr>
            <a:ln>
              <a:solidFill>
                <a:srgbClr val="C8CED6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  <c:majorUnit val="10.0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1F2937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Normal case: fps vs Do Nothing</c:v>
                </c:pt>
              </c:strCache>
            </c:strRef>
          </c:tx>
          <c:spPr>
            <a:solidFill>
              <a:srgbClr val="0033A1"/>
            </a:solidFill>
          </c:spPr>
          <c:invertIfNegative val="0"/>
          <c:dLbls>
            <c:numFmt formatCode="+0.0;−0.0" sourceLinked="0"/>
            <c:txPr>
              <a:bodyPr/>
              <a:lstStyle/>
              <a:p>
                <a:pPr>
                  <a:defRPr sz="1300" b="1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On time
(EIS 2038)
GO</c:v>
                </c:pt>
                <c:pt idx="1">
                  <c:v>1 year late
(2039)
GO</c:v>
                </c:pt>
                <c:pt idx="2">
                  <c:v>2 years late
(2040)
NO-GO</c:v>
                </c:pt>
                <c:pt idx="3">
                  <c:v>3 years late
(2041)
NO-GO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9.9</c:v>
                </c:pt>
                <c:pt idx="1">
                  <c:v>5.6</c:v>
                </c:pt>
                <c:pt idx="2">
                  <c:v>1.7</c:v>
                </c:pt>
                <c:pt idx="3">
                  <c:v>-0.7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Slip case (+2 yrs): fps vs Do Nothing</c:v>
                </c:pt>
              </c:strCache>
            </c:strRef>
          </c:tx>
          <c:spPr>
            <a:solidFill>
              <a:srgbClr val="009BDF"/>
            </a:solidFill>
          </c:spPr>
          <c:invertIfNegative val="0"/>
          <c:dLbls>
            <c:numFmt formatCode="+0.0;−0.0" sourceLinked="0"/>
            <c:txPr>
              <a:bodyPr/>
              <a:lstStyle/>
              <a:p>
                <a:pPr>
                  <a:defRPr sz="1300" b="1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On time
(EIS 2038)
GO</c:v>
                </c:pt>
                <c:pt idx="1">
                  <c:v>1 year late
(2039)
GO</c:v>
                </c:pt>
                <c:pt idx="2">
                  <c:v>2 years late
(2040)
NO-GO</c:v>
                </c:pt>
                <c:pt idx="3">
                  <c:v>3 years late
(2041)
NO-GO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1.8</c:v>
                </c:pt>
                <c:pt idx="1">
                  <c:v>-1.7</c:v>
                </c:pt>
                <c:pt idx="2">
                  <c:v>-4.8</c:v>
                </c:pt>
                <c:pt idx="3">
                  <c:v>-4.7</c:v>
                </c:pt>
              </c:numCache>
            </c:numRef>
          </c:val>
        </c:ser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0A2240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.0"/>
          <c:min val="-6.0"/>
        </c:scaling>
        <c:delete val="0"/>
        <c:axPos val="l"/>
        <c:majorGridlines>
          <c:spPr>
            <a:ln>
              <a:solidFill>
                <a:srgbClr val="C8CED6"/>
              </a:solidFill>
            </a:ln>
          </c:spPr>
        </c:majorGridlines>
        <c:numFmt formatCode="+0;-0;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3.0"/>
      </c:valAx>
    </c:plotArea>
    <c:legend>
      <c:legendPos val="t"/>
      <c:overlay val="0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200">
          <a:solidFill>
            <a:srgbClr val="1F2937"/>
          </a:solidFill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133" y="1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r>
              <a:rPr lang="en-US"/>
              <a:t>Copyright © 2014 Boeing. All rights reserved.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4203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r>
              <a:rPr lang="en-US"/>
              <a:t>BOEING PROPRIETARY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133" y="884203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71474749-9B2B-4DC2-ABAD-B9832D2C2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162745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" y="6"/>
            <a:ext cx="7023102" cy="55337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324" tIns="46662" rIns="93324" bIns="46662" rtlCol="0" anchor="ctr"/>
          <a:lstStyle/>
          <a:p>
            <a:pPr algn="ctr"/>
            <a:endParaRPr lang="en-US"/>
          </a:p>
        </p:txBody>
      </p:sp>
      <p:grpSp>
        <p:nvGrpSpPr>
          <p:cNvPr id="65" name="Group 64"/>
          <p:cNvGrpSpPr/>
          <p:nvPr/>
        </p:nvGrpSpPr>
        <p:grpSpPr>
          <a:xfrm>
            <a:off x="-2" y="0"/>
            <a:ext cx="7023100" cy="9309100"/>
            <a:chOff x="-3" y="0"/>
            <a:chExt cx="7772399" cy="10058400"/>
          </a:xfrm>
        </p:grpSpPr>
        <p:cxnSp>
          <p:nvCxnSpPr>
            <p:cNvPr id="66" name="Straight Connector 65"/>
            <p:cNvCxnSpPr/>
            <p:nvPr/>
          </p:nvCxnSpPr>
          <p:spPr>
            <a:xfrm>
              <a:off x="0" y="3261415"/>
              <a:ext cx="7772390" cy="0"/>
            </a:xfrm>
            <a:prstGeom prst="line">
              <a:avLst/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0" y="3442371"/>
              <a:ext cx="7772390" cy="0"/>
            </a:xfrm>
            <a:prstGeom prst="line">
              <a:avLst/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Straight Connector 67"/>
            <p:cNvCxnSpPr/>
            <p:nvPr userDrawn="1"/>
          </p:nvCxnSpPr>
          <p:spPr>
            <a:xfrm>
              <a:off x="0" y="6616377"/>
              <a:ext cx="7772390" cy="0"/>
            </a:xfrm>
            <a:prstGeom prst="line">
              <a:avLst/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Straight Connector 68"/>
            <p:cNvCxnSpPr/>
            <p:nvPr userDrawn="1"/>
          </p:nvCxnSpPr>
          <p:spPr>
            <a:xfrm>
              <a:off x="0" y="6800221"/>
              <a:ext cx="7772390" cy="0"/>
            </a:xfrm>
            <a:prstGeom prst="line">
              <a:avLst/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0" name="Rectangle 69"/>
            <p:cNvSpPr/>
            <p:nvPr/>
          </p:nvSpPr>
          <p:spPr>
            <a:xfrm>
              <a:off x="395951" y="387902"/>
              <a:ext cx="6987819" cy="9213298"/>
            </a:xfrm>
            <a:prstGeom prst="rect">
              <a:avLst/>
            </a:prstGeom>
            <a:noFill/>
            <a:ln w="6350">
              <a:noFill/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71" name="Straight Connector 70"/>
            <p:cNvCxnSpPr/>
            <p:nvPr/>
          </p:nvCxnSpPr>
          <p:spPr>
            <a:xfrm>
              <a:off x="-3" y="3351893"/>
              <a:ext cx="7772388" cy="0"/>
            </a:xfrm>
            <a:prstGeom prst="line">
              <a:avLst/>
            </a:prstGeom>
            <a:no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323" y="5039474"/>
              <a:ext cx="7772073" cy="5954"/>
            </a:xfrm>
            <a:prstGeom prst="line">
              <a:avLst/>
            </a:prstGeom>
            <a:noFill/>
            <a:ln w="6350">
              <a:noFill/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-3" y="6708370"/>
              <a:ext cx="7772388" cy="0"/>
            </a:xfrm>
            <a:prstGeom prst="line">
              <a:avLst/>
            </a:prstGeom>
            <a:no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3885185" y="0"/>
              <a:ext cx="0" cy="5829292"/>
            </a:xfrm>
            <a:prstGeom prst="line">
              <a:avLst/>
            </a:prstGeom>
            <a:noFill/>
            <a:ln w="6350">
              <a:noFill/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75" name="Group 74"/>
            <p:cNvGrpSpPr/>
            <p:nvPr userDrawn="1"/>
          </p:nvGrpSpPr>
          <p:grpSpPr>
            <a:xfrm>
              <a:off x="0" y="0"/>
              <a:ext cx="7772390" cy="10058400"/>
              <a:chOff x="0" y="0"/>
              <a:chExt cx="7772390" cy="5829292"/>
            </a:xfrm>
          </p:grpSpPr>
          <p:sp>
            <p:nvSpPr>
              <p:cNvPr id="79" name="Freeform 2"/>
              <p:cNvSpPr>
                <a:spLocks/>
              </p:cNvSpPr>
              <p:nvPr/>
            </p:nvSpPr>
            <p:spPr bwMode="auto">
              <a:xfrm>
                <a:off x="397094" y="5642552"/>
                <a:ext cx="7223227" cy="9044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84"/>
                  </a:cxn>
                  <a:cxn ang="0">
                    <a:pos x="779" y="284"/>
                  </a:cxn>
                  <a:cxn ang="0">
                    <a:pos x="779" y="0"/>
                  </a:cxn>
                </a:cxnLst>
                <a:rect l="0" t="0" r="r" b="b"/>
                <a:pathLst>
                  <a:path w="779" h="284">
                    <a:moveTo>
                      <a:pt x="0" y="0"/>
                    </a:moveTo>
                    <a:lnTo>
                      <a:pt x="0" y="284"/>
                    </a:lnTo>
                    <a:lnTo>
                      <a:pt x="779" y="284"/>
                    </a:lnTo>
                    <a:lnTo>
                      <a:pt x="779" y="0"/>
                    </a:lnTo>
                  </a:path>
                </a:pathLst>
              </a:cu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80" name="Group 37"/>
              <p:cNvGrpSpPr/>
              <p:nvPr/>
            </p:nvGrpSpPr>
            <p:grpSpPr>
              <a:xfrm>
                <a:off x="851122" y="0"/>
                <a:ext cx="6064648" cy="5829292"/>
                <a:chOff x="595620" y="0"/>
                <a:chExt cx="7935974" cy="5943600"/>
              </a:xfrm>
            </p:grpSpPr>
            <p:cxnSp>
              <p:nvCxnSpPr>
                <p:cNvPr id="93" name="Straight Connector 20"/>
                <p:cNvCxnSpPr/>
                <p:nvPr/>
              </p:nvCxnSpPr>
              <p:spPr>
                <a:xfrm>
                  <a:off x="595620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94" name="Straight Connector 15"/>
                <p:cNvCxnSpPr/>
                <p:nvPr/>
              </p:nvCxnSpPr>
              <p:spPr>
                <a:xfrm>
                  <a:off x="766333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95" name="Straight Connector 94"/>
                <p:cNvCxnSpPr/>
                <p:nvPr/>
              </p:nvCxnSpPr>
              <p:spPr>
                <a:xfrm>
                  <a:off x="1373053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96" name="Straight Connector 95"/>
                <p:cNvCxnSpPr/>
                <p:nvPr/>
              </p:nvCxnSpPr>
              <p:spPr>
                <a:xfrm>
                  <a:off x="2321102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97" name="Straight Connector 96"/>
                <p:cNvCxnSpPr/>
                <p:nvPr/>
              </p:nvCxnSpPr>
              <p:spPr>
                <a:xfrm>
                  <a:off x="3703236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98" name="Straight Connector 97"/>
                <p:cNvCxnSpPr/>
                <p:nvPr/>
              </p:nvCxnSpPr>
              <p:spPr>
                <a:xfrm>
                  <a:off x="4480933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99" name="Straight Connector 98"/>
                <p:cNvCxnSpPr/>
                <p:nvPr/>
              </p:nvCxnSpPr>
              <p:spPr>
                <a:xfrm>
                  <a:off x="4644527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00" name="Straight Connector 99"/>
                <p:cNvCxnSpPr/>
                <p:nvPr/>
              </p:nvCxnSpPr>
              <p:spPr>
                <a:xfrm>
                  <a:off x="5257022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01" name="Straight Connector 100"/>
                <p:cNvCxnSpPr/>
                <p:nvPr/>
              </p:nvCxnSpPr>
              <p:spPr>
                <a:xfrm>
                  <a:off x="5420405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02" name="Straight Connector 101"/>
                <p:cNvCxnSpPr/>
                <p:nvPr/>
              </p:nvCxnSpPr>
              <p:spPr>
                <a:xfrm>
                  <a:off x="6026204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03" name="Straight Connector 102"/>
                <p:cNvCxnSpPr/>
                <p:nvPr userDrawn="1"/>
              </p:nvCxnSpPr>
              <p:spPr>
                <a:xfrm>
                  <a:off x="1542111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04" name="Straight Connector 103"/>
                <p:cNvCxnSpPr/>
                <p:nvPr userDrawn="1"/>
              </p:nvCxnSpPr>
              <p:spPr>
                <a:xfrm>
                  <a:off x="2135402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05" name="Straight Connector 104"/>
                <p:cNvCxnSpPr/>
                <p:nvPr userDrawn="1"/>
              </p:nvCxnSpPr>
              <p:spPr>
                <a:xfrm>
                  <a:off x="3097447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06" name="Straight Connector 105"/>
                <p:cNvCxnSpPr/>
                <p:nvPr userDrawn="1"/>
              </p:nvCxnSpPr>
              <p:spPr>
                <a:xfrm>
                  <a:off x="2925808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07" name="Straight Connector 106"/>
                <p:cNvCxnSpPr/>
                <p:nvPr userDrawn="1"/>
              </p:nvCxnSpPr>
              <p:spPr>
                <a:xfrm>
                  <a:off x="3867350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08" name="Straight Connector 107"/>
                <p:cNvCxnSpPr/>
                <p:nvPr userDrawn="1"/>
              </p:nvCxnSpPr>
              <p:spPr>
                <a:xfrm>
                  <a:off x="6204177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09" name="Straight Connector 108"/>
                <p:cNvCxnSpPr/>
                <p:nvPr userDrawn="1"/>
              </p:nvCxnSpPr>
              <p:spPr>
                <a:xfrm>
                  <a:off x="6811833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0" name="Straight Connector 109"/>
                <p:cNvCxnSpPr/>
                <p:nvPr userDrawn="1"/>
              </p:nvCxnSpPr>
              <p:spPr>
                <a:xfrm>
                  <a:off x="6977246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1" name="Straight Connector 110"/>
                <p:cNvCxnSpPr/>
                <p:nvPr userDrawn="1"/>
              </p:nvCxnSpPr>
              <p:spPr>
                <a:xfrm>
                  <a:off x="7587917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2" name="Straight Connector 111"/>
                <p:cNvCxnSpPr/>
                <p:nvPr userDrawn="1"/>
              </p:nvCxnSpPr>
              <p:spPr>
                <a:xfrm>
                  <a:off x="7749645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3" name="Straight Connector 112"/>
                <p:cNvCxnSpPr/>
                <p:nvPr userDrawn="1"/>
              </p:nvCxnSpPr>
              <p:spPr>
                <a:xfrm>
                  <a:off x="8366030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4" name="Straight Connector 113"/>
                <p:cNvCxnSpPr/>
                <p:nvPr userDrawn="1"/>
              </p:nvCxnSpPr>
              <p:spPr>
                <a:xfrm>
                  <a:off x="8531594" y="0"/>
                  <a:ext cx="0" cy="5943600"/>
                </a:xfrm>
                <a:prstGeom prst="line">
                  <a:avLst/>
                </a:prstGeom>
                <a:noFill/>
                <a:ln w="63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cxnSp>
            <p:nvCxnSpPr>
              <p:cNvPr id="81" name="Straight Connector 80"/>
              <p:cNvCxnSpPr/>
              <p:nvPr userDrawn="1"/>
            </p:nvCxnSpPr>
            <p:spPr>
              <a:xfrm>
                <a:off x="0" y="645683"/>
                <a:ext cx="139317" cy="0"/>
              </a:xfrm>
              <a:prstGeom prst="line">
                <a:avLst/>
              </a:prstGeom>
              <a:ln w="63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 userDrawn="1"/>
            </p:nvCxnSpPr>
            <p:spPr>
              <a:xfrm>
                <a:off x="0" y="1292648"/>
                <a:ext cx="139317" cy="0"/>
              </a:xfrm>
              <a:prstGeom prst="line">
                <a:avLst/>
              </a:prstGeom>
              <a:ln w="63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 userDrawn="1"/>
            </p:nvCxnSpPr>
            <p:spPr>
              <a:xfrm>
                <a:off x="0" y="2590063"/>
                <a:ext cx="139317" cy="0"/>
              </a:xfrm>
              <a:prstGeom prst="line">
                <a:avLst/>
              </a:prstGeom>
              <a:ln w="63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 userDrawn="1"/>
            </p:nvCxnSpPr>
            <p:spPr>
              <a:xfrm>
                <a:off x="0" y="3237028"/>
                <a:ext cx="139317" cy="0"/>
              </a:xfrm>
              <a:prstGeom prst="line">
                <a:avLst/>
              </a:prstGeom>
              <a:ln w="63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 userDrawn="1"/>
            </p:nvCxnSpPr>
            <p:spPr>
              <a:xfrm>
                <a:off x="0" y="4537007"/>
                <a:ext cx="139317" cy="0"/>
              </a:xfrm>
              <a:prstGeom prst="line">
                <a:avLst/>
              </a:prstGeom>
              <a:ln w="63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 userDrawn="1"/>
            </p:nvCxnSpPr>
            <p:spPr>
              <a:xfrm>
                <a:off x="0" y="5183972"/>
                <a:ext cx="139317" cy="0"/>
              </a:xfrm>
              <a:prstGeom prst="line">
                <a:avLst/>
              </a:prstGeom>
              <a:ln w="63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 userDrawn="1"/>
            </p:nvCxnSpPr>
            <p:spPr>
              <a:xfrm>
                <a:off x="7633073" y="645683"/>
                <a:ext cx="139317" cy="0"/>
              </a:xfrm>
              <a:prstGeom prst="line">
                <a:avLst/>
              </a:prstGeom>
              <a:ln w="63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 userDrawn="1"/>
            </p:nvCxnSpPr>
            <p:spPr>
              <a:xfrm>
                <a:off x="7633073" y="1292648"/>
                <a:ext cx="139317" cy="0"/>
              </a:xfrm>
              <a:prstGeom prst="line">
                <a:avLst/>
              </a:prstGeom>
              <a:ln w="63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 userDrawn="1"/>
            </p:nvCxnSpPr>
            <p:spPr>
              <a:xfrm>
                <a:off x="7633073" y="2590063"/>
                <a:ext cx="139317" cy="0"/>
              </a:xfrm>
              <a:prstGeom prst="line">
                <a:avLst/>
              </a:prstGeom>
              <a:ln w="63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 userDrawn="1"/>
            </p:nvCxnSpPr>
            <p:spPr>
              <a:xfrm>
                <a:off x="7633073" y="3237028"/>
                <a:ext cx="139317" cy="0"/>
              </a:xfrm>
              <a:prstGeom prst="line">
                <a:avLst/>
              </a:prstGeom>
              <a:ln w="63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 userDrawn="1"/>
            </p:nvCxnSpPr>
            <p:spPr>
              <a:xfrm>
                <a:off x="7633073" y="4537007"/>
                <a:ext cx="139317" cy="0"/>
              </a:xfrm>
              <a:prstGeom prst="line">
                <a:avLst/>
              </a:prstGeom>
              <a:ln w="63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 userDrawn="1"/>
            </p:nvCxnSpPr>
            <p:spPr>
              <a:xfrm>
                <a:off x="7633073" y="5183972"/>
                <a:ext cx="139317" cy="0"/>
              </a:xfrm>
              <a:prstGeom prst="line">
                <a:avLst/>
              </a:prstGeom>
              <a:ln w="63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6" name="Straight Connector 75"/>
            <p:cNvCxnSpPr/>
            <p:nvPr userDrawn="1"/>
          </p:nvCxnSpPr>
          <p:spPr>
            <a:xfrm>
              <a:off x="395951" y="9658350"/>
              <a:ext cx="6987860" cy="0"/>
            </a:xfrm>
            <a:prstGeom prst="line">
              <a:avLst/>
            </a:prstGeom>
            <a:ln w="63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 userDrawn="1"/>
          </p:nvCxnSpPr>
          <p:spPr>
            <a:xfrm>
              <a:off x="0" y="2957433"/>
              <a:ext cx="7772390" cy="0"/>
            </a:xfrm>
            <a:prstGeom prst="line">
              <a:avLst/>
            </a:prstGeom>
            <a:noFill/>
            <a:ln w="6350">
              <a:noFill/>
              <a:prstDash val="lgDashDot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Straight Connector 77"/>
            <p:cNvCxnSpPr/>
            <p:nvPr userDrawn="1"/>
          </p:nvCxnSpPr>
          <p:spPr>
            <a:xfrm>
              <a:off x="0" y="3150473"/>
              <a:ext cx="7772390" cy="0"/>
            </a:xfrm>
            <a:prstGeom prst="line">
              <a:avLst/>
            </a:prstGeom>
            <a:noFill/>
            <a:ln w="6350">
              <a:noFill/>
              <a:prstDash val="lgDashDot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57780" y="234885"/>
            <a:ext cx="3742923" cy="318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 b="1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58813" y="9077580"/>
            <a:ext cx="1748117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>
              <a:defRPr sz="600">
                <a:solidFill>
                  <a:srgbClr val="5F6A72"/>
                </a:solidFill>
              </a:defRPr>
            </a:lvl1pPr>
          </a:lstStyle>
          <a:p>
            <a:r>
              <a:rPr lang="en-US"/>
              <a:t>Copyright © 2015 Boeing. All rights reserved.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58814" y="3792090"/>
            <a:ext cx="6313124" cy="5093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191203" y="9010886"/>
            <a:ext cx="2640690" cy="160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pPr defTabSz="837645" eaLnBrk="0" hangingPunct="0"/>
            <a:r>
              <a:rPr lang="en-US">
                <a:solidFill>
                  <a:srgbClr val="FFFFFF">
                    <a:lumMod val="50000"/>
                  </a:srgbClr>
                </a:solidFill>
              </a:rPr>
              <a:t>BOEING PROPRIETARY</a:t>
            </a:r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49811" y="9010886"/>
            <a:ext cx="1367481" cy="160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600">
                <a:solidFill>
                  <a:srgbClr val="5F6A72"/>
                </a:solidFill>
              </a:defRPr>
            </a:lvl1pPr>
          </a:lstStyle>
          <a:p>
            <a:fld id="{739F009B-AA83-4291-81BE-194F11CE1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93788" y="860425"/>
            <a:ext cx="4843462" cy="2725738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ffectLst/>
        </p:spPr>
      </p:sp>
    </p:spTree>
    <p:extLst>
      <p:ext uri="{BB962C8B-B14F-4D97-AF65-F5344CB8AC3E}">
        <p14:creationId xmlns:p14="http://schemas.microsoft.com/office/powerpoint/2010/main" val="2069931083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indent="0" algn="l" rtl="0" fontAlgn="base">
      <a:spcBef>
        <a:spcPct val="30000"/>
      </a:spcBef>
      <a:spcAft>
        <a:spcPct val="0"/>
      </a:spcAft>
      <a:buClr>
        <a:schemeClr val="tx2"/>
      </a:buClr>
      <a:buSzPct val="25000"/>
      <a:buFont typeface="Symbol" panose="05050102010706020507" pitchFamily="18" charset="2"/>
      <a:buChar char=""/>
      <a:defRPr sz="1100" b="1" kern="1200">
        <a:solidFill>
          <a:schemeClr val="tx1"/>
        </a:solidFill>
        <a:latin typeface="Arial" charset="0"/>
        <a:ea typeface="+mn-ea"/>
        <a:cs typeface="+mn-cs"/>
      </a:defRPr>
    </a:lvl1pPr>
    <a:lvl2pPr marL="117475" indent="-117475" algn="l" rtl="0" fontAlgn="base">
      <a:spcBef>
        <a:spcPts val="0"/>
      </a:spcBef>
      <a:spcAft>
        <a:spcPct val="0"/>
      </a:spcAft>
      <a:buClr>
        <a:schemeClr val="tx2"/>
      </a:buClr>
      <a:buFont typeface="Wingdings" panose="05000000000000000000" pitchFamily="2" charset="2"/>
      <a:buChar char="§"/>
      <a:defRPr sz="1100" kern="1200">
        <a:solidFill>
          <a:schemeClr val="tx1"/>
        </a:solidFill>
        <a:latin typeface="Arial" charset="0"/>
        <a:ea typeface="+mn-ea"/>
        <a:cs typeface="+mn-cs"/>
      </a:defRPr>
    </a:lvl2pPr>
    <a:lvl3pPr marL="284163" indent="-115888" algn="l" rtl="0" fontAlgn="base">
      <a:spcBef>
        <a:spcPts val="0"/>
      </a:spcBef>
      <a:spcAft>
        <a:spcPct val="0"/>
      </a:spcAft>
      <a:buClr>
        <a:schemeClr val="tx2"/>
      </a:buClr>
      <a:buFont typeface="Wingdings" panose="05000000000000000000" pitchFamily="2" charset="2"/>
      <a:buChar char="§"/>
      <a:defRPr sz="900" kern="1200">
        <a:solidFill>
          <a:schemeClr val="tx1"/>
        </a:solidFill>
        <a:latin typeface="Arial" charset="0"/>
        <a:ea typeface="+mn-ea"/>
        <a:cs typeface="+mn-cs"/>
      </a:defRPr>
    </a:lvl3pPr>
    <a:lvl4pPr marL="282575" indent="-115888" algn="l" rtl="0" fontAlgn="base">
      <a:spcBef>
        <a:spcPts val="0"/>
      </a:spcBef>
      <a:spcAft>
        <a:spcPct val="0"/>
      </a:spcAft>
      <a:buClr>
        <a:schemeClr val="tx2"/>
      </a:buClr>
      <a:buFont typeface="Arial" panose="020B0604020202020204" pitchFamily="34" charset="0"/>
      <a:buChar char="–"/>
      <a:defRPr sz="900" kern="1200">
        <a:solidFill>
          <a:schemeClr val="tx1"/>
        </a:solidFill>
        <a:latin typeface="Arial" charset="0"/>
        <a:ea typeface="+mn-ea"/>
        <a:cs typeface="+mn-cs"/>
      </a:defRPr>
    </a:lvl4pPr>
    <a:lvl5pPr marL="458788" indent="-114300" algn="l" rtl="0" fontAlgn="base">
      <a:spcBef>
        <a:spcPts val="0"/>
      </a:spcBef>
      <a:spcAft>
        <a:spcPct val="0"/>
      </a:spcAft>
      <a:buClr>
        <a:schemeClr val="tx2"/>
      </a:buClr>
      <a:buFont typeface="Wingdings" panose="05000000000000000000" pitchFamily="2" charset="2"/>
      <a:buChar char="§"/>
      <a:defRPr sz="800" kern="1200">
        <a:solidFill>
          <a:schemeClr val="tx1"/>
        </a:solidFill>
        <a:latin typeface="Arial" charset="0"/>
        <a:ea typeface="+mn-ea"/>
        <a:cs typeface="+mn-cs"/>
      </a:defRPr>
    </a:lvl5pPr>
    <a:lvl6pPr marL="457200" indent="-111125" algn="l" defTabSz="914400" rtl="0" eaLnBrk="1" latinLnBrk="0" hangingPunct="1">
      <a:buClr>
        <a:schemeClr val="tx2"/>
      </a:buClr>
      <a:buFont typeface="Arial" panose="020B0604020202020204" pitchFamily="34" charset="0"/>
      <a:buChar char="–"/>
      <a:defRPr sz="800" kern="1200">
        <a:solidFill>
          <a:srgbClr val="394A59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Relationship Id="rId3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opyright"/>
          <p:cNvSpPr>
            <a:spLocks noChangeArrowheads="1"/>
          </p:cNvSpPr>
          <p:nvPr userDrawn="1"/>
        </p:nvSpPr>
        <p:spPr bwMode="auto">
          <a:xfrm>
            <a:off x="493713" y="6564405"/>
            <a:ext cx="5595937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t">
            <a:spAutoFit/>
          </a:bodyPr>
          <a:lstStyle/>
          <a:p>
            <a:pPr defTabSz="895287" eaLnBrk="0" hangingPunct="0"/>
            <a:r>
              <a:rPr lang="en-US" sz="8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</a:t>
            </a:r>
            <a:r>
              <a:rPr lang="en-US" sz="800" baseline="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Boeing. All rights reserved.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5827" y="349460"/>
            <a:ext cx="2124522" cy="548640"/>
          </a:xfrm>
          <a:prstGeom prst="rect">
            <a:avLst/>
          </a:prstGeom>
        </p:spPr>
      </p:pic>
      <p:sp>
        <p:nvSpPr>
          <p:cNvPr id="21" name="Brochure"/>
          <p:cNvSpPr>
            <a:spLocks noGrp="1"/>
          </p:cNvSpPr>
          <p:nvPr>
            <p:ph type="body" sz="quarter" idx="13" hasCustomPrompt="1"/>
          </p:nvPr>
        </p:nvSpPr>
        <p:spPr>
          <a:xfrm>
            <a:off x="6089649" y="75141"/>
            <a:ext cx="5605463" cy="54864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7023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2pPr>
            <a:lvl3pPr marL="372314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3pPr>
            <a:lvl4pPr marL="56107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4pPr>
            <a:lvl5pPr marL="74636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5pPr>
          </a:lstStyle>
          <a:p>
            <a:pPr lvl="0"/>
            <a:r>
              <a:rPr lang="en-US" dirty="0"/>
              <a:t>Boeing Product Development</a:t>
            </a:r>
          </a:p>
        </p:txBody>
      </p:sp>
      <p:sp>
        <p:nvSpPr>
          <p:cNvPr id="4" name="Footer Placeholder 82">
            <a:extLst>
              <a:ext uri="{FF2B5EF4-FFF2-40B4-BE49-F238E27FC236}">
                <a16:creationId xmlns:a16="http://schemas.microsoft.com/office/drawing/2014/main" id="{4EE11497-C1CB-CE6F-2BFA-0FCE44C13F18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0371" y="6564405"/>
            <a:ext cx="4266089" cy="293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BOEING PROPRIETARY</a:t>
            </a:r>
          </a:p>
        </p:txBody>
      </p:sp>
      <p:sp>
        <p:nvSpPr>
          <p:cNvPr id="5" name="Brochure">
            <a:extLst>
              <a:ext uri="{FF2B5EF4-FFF2-40B4-BE49-F238E27FC236}">
                <a16:creationId xmlns:a16="http://schemas.microsoft.com/office/drawing/2014/main" id="{2713224F-1841-1C1A-F403-6F46B7AB01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58864" y="2403664"/>
            <a:ext cx="7875814" cy="205403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7023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2pPr>
            <a:lvl3pPr marL="372314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3pPr>
            <a:lvl4pPr marL="56107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4pPr>
            <a:lvl5pPr marL="74636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5pPr>
          </a:lstStyle>
          <a:p>
            <a:pPr lvl="0"/>
            <a:r>
              <a:rPr lang="en-US" dirty="0"/>
              <a:t>40pt heading</a:t>
            </a:r>
          </a:p>
        </p:txBody>
      </p:sp>
      <p:sp>
        <p:nvSpPr>
          <p:cNvPr id="6" name="Brochure">
            <a:extLst>
              <a:ext uri="{FF2B5EF4-FFF2-40B4-BE49-F238E27FC236}">
                <a16:creationId xmlns:a16="http://schemas.microsoft.com/office/drawing/2014/main" id="{42228E6B-8F9E-05A9-8CE5-CEE7769EB8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8864" y="4686300"/>
            <a:ext cx="6257885" cy="156804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409"/>
              </a:spcBef>
              <a:spcAft>
                <a:spcPts val="409"/>
              </a:spcAft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7023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2pPr>
            <a:lvl3pPr marL="372314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3pPr>
            <a:lvl4pPr marL="56107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4pPr>
            <a:lvl5pPr marL="74636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5pPr>
          </a:lstStyle>
          <a:p>
            <a:pPr lvl="0"/>
            <a:r>
              <a:rPr lang="en-US" dirty="0"/>
              <a:t>24pt Date</a:t>
            </a:r>
          </a:p>
        </p:txBody>
      </p:sp>
    </p:spTree>
    <p:extLst>
      <p:ext uri="{BB962C8B-B14F-4D97-AF65-F5344CB8AC3E}">
        <p14:creationId xmlns:p14="http://schemas.microsoft.com/office/powerpoint/2010/main" val="4237666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opyright"/>
          <p:cNvSpPr>
            <a:spLocks noChangeArrowheads="1"/>
          </p:cNvSpPr>
          <p:nvPr userDrawn="1"/>
        </p:nvSpPr>
        <p:spPr bwMode="auto">
          <a:xfrm>
            <a:off x="493713" y="6564405"/>
            <a:ext cx="5595937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t">
            <a:spAutoFit/>
          </a:bodyPr>
          <a:lstStyle/>
          <a:p>
            <a:pPr defTabSz="895287" eaLnBrk="0" hangingPunct="0"/>
            <a:r>
              <a:rPr lang="en-US" sz="8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</a:t>
            </a:r>
            <a:r>
              <a:rPr lang="en-US" sz="800" baseline="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Boeing. All rights reserved.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5827" y="349460"/>
            <a:ext cx="2124522" cy="548640"/>
          </a:xfrm>
          <a:prstGeom prst="rect">
            <a:avLst/>
          </a:prstGeom>
        </p:spPr>
      </p:pic>
      <p:sp>
        <p:nvSpPr>
          <p:cNvPr id="20" name="Brochure"/>
          <p:cNvSpPr>
            <a:spLocks noGrp="1"/>
          </p:cNvSpPr>
          <p:nvPr>
            <p:ph type="body" sz="quarter" idx="12" hasCustomPrompt="1"/>
          </p:nvPr>
        </p:nvSpPr>
        <p:spPr>
          <a:xfrm>
            <a:off x="958864" y="2403664"/>
            <a:ext cx="7875814" cy="205403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7023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2pPr>
            <a:lvl3pPr marL="372314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3pPr>
            <a:lvl4pPr marL="56107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4pPr>
            <a:lvl5pPr marL="74636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5pPr>
          </a:lstStyle>
          <a:p>
            <a:pPr lvl="0"/>
            <a:r>
              <a:rPr lang="en-US" dirty="0"/>
              <a:t>40pt heading</a:t>
            </a:r>
          </a:p>
        </p:txBody>
      </p:sp>
      <p:sp>
        <p:nvSpPr>
          <p:cNvPr id="3" name="Brochure">
            <a:extLst>
              <a:ext uri="{FF2B5EF4-FFF2-40B4-BE49-F238E27FC236}">
                <a16:creationId xmlns:a16="http://schemas.microsoft.com/office/drawing/2014/main" id="{BC301CD9-EB91-5197-91D7-C61DE3FC48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8864" y="4686300"/>
            <a:ext cx="6257885" cy="156804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409"/>
              </a:spcBef>
              <a:spcAft>
                <a:spcPts val="409"/>
              </a:spcAft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7023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2pPr>
            <a:lvl3pPr marL="372314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3pPr>
            <a:lvl4pPr marL="56107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4pPr>
            <a:lvl5pPr marL="74636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5pPr>
          </a:lstStyle>
          <a:p>
            <a:pPr lvl="0"/>
            <a:r>
              <a:rPr lang="en-US" dirty="0"/>
              <a:t>24pt Date</a:t>
            </a:r>
          </a:p>
        </p:txBody>
      </p:sp>
      <p:sp>
        <p:nvSpPr>
          <p:cNvPr id="2" name="Brochure">
            <a:extLst>
              <a:ext uri="{FF2B5EF4-FFF2-40B4-BE49-F238E27FC236}">
                <a16:creationId xmlns:a16="http://schemas.microsoft.com/office/drawing/2014/main" id="{B7BA00DA-2470-9C63-18EB-56FAD746A4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89649" y="75141"/>
            <a:ext cx="5605463" cy="54864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7023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2pPr>
            <a:lvl3pPr marL="372314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3pPr>
            <a:lvl4pPr marL="56107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4pPr>
            <a:lvl5pPr marL="74636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5pPr>
          </a:lstStyle>
          <a:p>
            <a:pPr lvl="0"/>
            <a:r>
              <a:rPr lang="en-US" dirty="0"/>
              <a:t>Boeing Product Development</a:t>
            </a:r>
          </a:p>
        </p:txBody>
      </p:sp>
      <p:sp>
        <p:nvSpPr>
          <p:cNvPr id="4" name="Footer Placeholder 82">
            <a:extLst>
              <a:ext uri="{FF2B5EF4-FFF2-40B4-BE49-F238E27FC236}">
                <a16:creationId xmlns:a16="http://schemas.microsoft.com/office/drawing/2014/main" id="{D2B8A4CE-723A-1A5A-A79A-63E42D85C518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0371" y="6564405"/>
            <a:ext cx="4266089" cy="293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BOEING PROPRIETARY</a:t>
            </a:r>
          </a:p>
        </p:txBody>
      </p:sp>
    </p:spTree>
    <p:extLst>
      <p:ext uri="{BB962C8B-B14F-4D97-AF65-F5344CB8AC3E}">
        <p14:creationId xmlns:p14="http://schemas.microsoft.com/office/powerpoint/2010/main" val="3439633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side_Page_Heade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 userDrawn="1">
            <p:ph type="sldNum" sz="quarter" idx="10"/>
          </p:nvPr>
        </p:nvSpPr>
        <p:spPr>
          <a:xfrm>
            <a:off x="8075613" y="6564405"/>
            <a:ext cx="3619500" cy="293595"/>
          </a:xfrm>
        </p:spPr>
        <p:txBody>
          <a:bodyPr anchor="t"/>
          <a:lstStyle>
            <a:lvl1pPr>
              <a:defRPr sz="90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	</a:t>
            </a:r>
            <a:fld id="{38B90DFD-62DE-414E-A22E-C1FEAF91FE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493712" y="6564405"/>
            <a:ext cx="5595937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defTabSz="820492" eaLnBrk="0" hangingPunct="0"/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Copyright © Boeing. All rights reserved.</a:t>
            </a:r>
          </a:p>
        </p:txBody>
      </p:sp>
      <p:sp>
        <p:nvSpPr>
          <p:cNvPr id="8" name="Footer Placeholder 82">
            <a:extLst>
              <a:ext uri="{FF2B5EF4-FFF2-40B4-BE49-F238E27FC236}">
                <a16:creationId xmlns:a16="http://schemas.microsoft.com/office/drawing/2014/main" id="{E14DACB7-6934-474B-A533-D4469DADD0A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0371" y="6564405"/>
            <a:ext cx="4266089" cy="293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BOEING PROPRIETARY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64BC89C3-7CBE-DBD8-F1B4-9DCE342244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6089" y="125567"/>
            <a:ext cx="4907316" cy="548640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here  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2D41A69-F2E3-B390-C512-B861FC72CFCE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06089" y="914400"/>
            <a:ext cx="11289024" cy="1403461"/>
          </a:xfrm>
          <a:prstGeom prst="rect">
            <a:avLst/>
          </a:prstGeom>
          <a:noFill/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</a:defRPr>
            </a:lvl1pPr>
            <a:lvl2pPr marL="51435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rgbClr val="253546"/>
                </a:solidFill>
              </a:defRPr>
            </a:lvl2pPr>
            <a:lvl3pPr marL="784225" indent="-342900">
              <a:lnSpc>
                <a:spcPct val="100000"/>
              </a:lnSpc>
              <a:buSzPct val="90000"/>
              <a:buFont typeface="Wingdings" pitchFamily="2" charset="2"/>
              <a:buChar char="§"/>
              <a:defRPr sz="2000">
                <a:solidFill>
                  <a:srgbClr val="253546"/>
                </a:solidFill>
              </a:defRPr>
            </a:lvl3pPr>
            <a:lvl4pPr marL="914400" indent="-285750">
              <a:lnSpc>
                <a:spcPct val="100000"/>
              </a:lnSpc>
              <a:buFont typeface="System Font Regular"/>
              <a:buChar char="–"/>
              <a:defRPr sz="1800">
                <a:solidFill>
                  <a:srgbClr val="253546"/>
                </a:solidFill>
              </a:defRPr>
            </a:lvl4pPr>
            <a:lvl5pPr marL="957263" indent="-163513">
              <a:lnSpc>
                <a:spcPct val="100000"/>
              </a:lnSpc>
              <a:buFont typeface="System Font Regular"/>
              <a:buChar char="–"/>
              <a:defRPr sz="1600">
                <a:solidFill>
                  <a:srgbClr val="253546"/>
                </a:solidFill>
              </a:defRPr>
            </a:lvl5pPr>
            <a:lvl6pPr marL="1414463" indent="-163513">
              <a:buFont typeface="System Font Regular"/>
              <a:buChar char="–"/>
              <a:defRPr/>
            </a:lvl6pPr>
            <a:lvl7pPr marL="1871663" indent="-163513">
              <a:buFont typeface="System Font Regular"/>
              <a:buChar char="–"/>
              <a:defRPr/>
            </a:lvl7pPr>
            <a:lvl8pPr marL="2328863" indent="-163513">
              <a:buFont typeface="System Font Regular"/>
              <a:buChar char="–"/>
              <a:defRPr/>
            </a:lvl8pPr>
            <a:lvl9pPr marL="2786063" indent="-163513">
              <a:buFont typeface="System Font Regular"/>
              <a:buChar char="–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Brochure">
            <a:extLst>
              <a:ext uri="{FF2B5EF4-FFF2-40B4-BE49-F238E27FC236}">
                <a16:creationId xmlns:a16="http://schemas.microsoft.com/office/drawing/2014/main" id="{A7997A46-0325-3455-1E0D-A7D6F4B84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89649" y="75141"/>
            <a:ext cx="5605463" cy="54864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7023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2pPr>
            <a:lvl3pPr marL="372314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3pPr>
            <a:lvl4pPr marL="56107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4pPr>
            <a:lvl5pPr marL="74636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5pPr>
          </a:lstStyle>
          <a:p>
            <a:pPr lvl="0"/>
            <a:r>
              <a:rPr lang="en-US" dirty="0"/>
              <a:t>Boeing Product Development</a:t>
            </a:r>
          </a:p>
        </p:txBody>
      </p:sp>
    </p:spTree>
    <p:extLst>
      <p:ext uri="{BB962C8B-B14F-4D97-AF65-F5344CB8AC3E}">
        <p14:creationId xmlns:p14="http://schemas.microsoft.com/office/powerpoint/2010/main" val="373243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side_Page_Heade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 userDrawn="1">
            <p:ph type="sldNum" sz="quarter" idx="10"/>
          </p:nvPr>
        </p:nvSpPr>
        <p:spPr>
          <a:xfrm>
            <a:off x="8075613" y="6564405"/>
            <a:ext cx="3619500" cy="293595"/>
          </a:xfrm>
        </p:spPr>
        <p:txBody>
          <a:bodyPr anchor="t"/>
          <a:lstStyle>
            <a:lvl1pPr>
              <a:defRPr sz="90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	</a:t>
            </a:r>
            <a:fld id="{38B90DFD-62DE-414E-A22E-C1FEAF91FE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493712" y="6564405"/>
            <a:ext cx="5595937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defTabSz="820492" eaLnBrk="0" hangingPunct="0"/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Copyright © Boeing. All rights reserved.</a:t>
            </a:r>
          </a:p>
        </p:txBody>
      </p:sp>
      <p:sp>
        <p:nvSpPr>
          <p:cNvPr id="8" name="Footer Placeholder 82">
            <a:extLst>
              <a:ext uri="{FF2B5EF4-FFF2-40B4-BE49-F238E27FC236}">
                <a16:creationId xmlns:a16="http://schemas.microsoft.com/office/drawing/2014/main" id="{E14DACB7-6934-474B-A533-D4469DADD0A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0371" y="6564405"/>
            <a:ext cx="4266089" cy="293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BOEING PROPRIETARY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4C0EBDA8-F7E5-37C8-14DF-17CE22D9E15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89649" y="685800"/>
            <a:ext cx="6099176" cy="5676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D6AEBF5-6381-AA1C-482B-CBD44753BEE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06089" y="914400"/>
            <a:ext cx="5205503" cy="2234458"/>
          </a:xfrm>
          <a:prstGeom prst="rect">
            <a:avLst/>
          </a:prstGeom>
          <a:noFill/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</a:defRPr>
            </a:lvl1pPr>
            <a:lvl2pPr marL="51435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rgbClr val="253546"/>
                </a:solidFill>
              </a:defRPr>
            </a:lvl2pPr>
            <a:lvl3pPr marL="784225" indent="-342900">
              <a:lnSpc>
                <a:spcPct val="100000"/>
              </a:lnSpc>
              <a:buSzPct val="90000"/>
              <a:buFont typeface="Wingdings" pitchFamily="2" charset="2"/>
              <a:buChar char="§"/>
              <a:defRPr sz="2000">
                <a:solidFill>
                  <a:srgbClr val="253546"/>
                </a:solidFill>
              </a:defRPr>
            </a:lvl3pPr>
            <a:lvl4pPr marL="914400" indent="-285750">
              <a:lnSpc>
                <a:spcPct val="100000"/>
              </a:lnSpc>
              <a:buFont typeface="System Font Regular"/>
              <a:buChar char="–"/>
              <a:defRPr sz="1800">
                <a:solidFill>
                  <a:srgbClr val="253546"/>
                </a:solidFill>
              </a:defRPr>
            </a:lvl4pPr>
            <a:lvl5pPr marL="957263" indent="-163513">
              <a:lnSpc>
                <a:spcPct val="100000"/>
              </a:lnSpc>
              <a:buFont typeface="Wingdings" pitchFamily="2" charset="2"/>
              <a:buChar char="§"/>
              <a:defRPr sz="1600">
                <a:solidFill>
                  <a:srgbClr val="25354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7" name="Brochure">
            <a:extLst>
              <a:ext uri="{FF2B5EF4-FFF2-40B4-BE49-F238E27FC236}">
                <a16:creationId xmlns:a16="http://schemas.microsoft.com/office/drawing/2014/main" id="{ABBF3C9C-317F-FC38-BCA5-7DDE62F1C0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89649" y="75141"/>
            <a:ext cx="5605463" cy="54864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7023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2pPr>
            <a:lvl3pPr marL="372314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3pPr>
            <a:lvl4pPr marL="56107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4pPr>
            <a:lvl5pPr marL="74636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5pPr>
          </a:lstStyle>
          <a:p>
            <a:pPr lvl="0"/>
            <a:r>
              <a:rPr lang="en-US" dirty="0"/>
              <a:t>Boeing Product Development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ABDE74-81A1-F6E1-505B-6A7E53ACD4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6089" y="125567"/>
            <a:ext cx="4907316" cy="548640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here   </a:t>
            </a:r>
          </a:p>
        </p:txBody>
      </p:sp>
    </p:spTree>
    <p:extLst>
      <p:ext uri="{BB962C8B-B14F-4D97-AF65-F5344CB8AC3E}">
        <p14:creationId xmlns:p14="http://schemas.microsoft.com/office/powerpoint/2010/main" val="2090936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side_Page_Heade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 userDrawn="1">
            <p:ph type="sldNum" sz="quarter" idx="10"/>
          </p:nvPr>
        </p:nvSpPr>
        <p:spPr>
          <a:xfrm>
            <a:off x="8075613" y="6564405"/>
            <a:ext cx="3619500" cy="293595"/>
          </a:xfrm>
        </p:spPr>
        <p:txBody>
          <a:bodyPr anchor="t"/>
          <a:lstStyle>
            <a:lvl1pPr>
              <a:defRPr sz="90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	</a:t>
            </a:r>
            <a:fld id="{38B90DFD-62DE-414E-A22E-C1FEAF91FE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493712" y="6564405"/>
            <a:ext cx="5595937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defTabSz="820492" eaLnBrk="0" hangingPunct="0"/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Copyright © Boeing. All rights reserved.</a:t>
            </a:r>
          </a:p>
        </p:txBody>
      </p:sp>
      <p:sp>
        <p:nvSpPr>
          <p:cNvPr id="8" name="Footer Placeholder 82">
            <a:extLst>
              <a:ext uri="{FF2B5EF4-FFF2-40B4-BE49-F238E27FC236}">
                <a16:creationId xmlns:a16="http://schemas.microsoft.com/office/drawing/2014/main" id="{E14DACB7-6934-474B-A533-D4469DADD0A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0371" y="6564405"/>
            <a:ext cx="4266089" cy="293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BOEING PROPRIETARY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1C64A9C-CEF4-E305-4A07-70F7284D1C2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6628" y="964276"/>
            <a:ext cx="3438144" cy="36933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 dirty="0"/>
              <a:t>Click to edit Master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6FE544-0831-92B6-1E89-8C2D62D54FD8}"/>
              </a:ext>
            </a:extLst>
          </p:cNvPr>
          <p:cNvCxnSpPr/>
          <p:nvPr userDrawn="1"/>
        </p:nvCxnSpPr>
        <p:spPr>
          <a:xfrm flipV="1">
            <a:off x="4107839" y="914400"/>
            <a:ext cx="0" cy="5299364"/>
          </a:xfrm>
          <a:prstGeom prst="line">
            <a:avLst/>
          </a:prstGeom>
          <a:ln w="15875" cap="rnd" cmpd="sng">
            <a:gradFill>
              <a:gsLst>
                <a:gs pos="20000">
                  <a:srgbClr val="011452"/>
                </a:gs>
                <a:gs pos="50000">
                  <a:srgbClr val="0033A1"/>
                </a:gs>
                <a:gs pos="79000">
                  <a:srgbClr val="011452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F12C4D3-FDF1-90C4-C371-F86C99778FA2}"/>
              </a:ext>
            </a:extLst>
          </p:cNvPr>
          <p:cNvCxnSpPr/>
          <p:nvPr userDrawn="1"/>
        </p:nvCxnSpPr>
        <p:spPr>
          <a:xfrm flipV="1">
            <a:off x="8075613" y="914400"/>
            <a:ext cx="0" cy="5299364"/>
          </a:xfrm>
          <a:prstGeom prst="line">
            <a:avLst/>
          </a:prstGeom>
          <a:ln w="15875" cap="rnd" cmpd="sng">
            <a:gradFill>
              <a:gsLst>
                <a:gs pos="20000">
                  <a:srgbClr val="011452"/>
                </a:gs>
                <a:gs pos="50000">
                  <a:srgbClr val="0033A1"/>
                </a:gs>
                <a:gs pos="79000">
                  <a:srgbClr val="011452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B1151F4-01EE-6771-50D2-B8EED9C1D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0611" y="1450471"/>
            <a:ext cx="3438144" cy="341632"/>
          </a:xfrm>
          <a:prstGeom prst="rect">
            <a:avLst/>
          </a:prstGeom>
        </p:spPr>
        <p:txBody>
          <a:bodyPr/>
          <a:lstStyle>
            <a:lvl1pPr marL="173736" indent="-173736">
              <a:lnSpc>
                <a:spcPct val="90000"/>
              </a:lnSpc>
              <a:buFont typeface="Arial" panose="020B0604020202020204" pitchFamily="34" charset="0"/>
              <a:buChar char="•"/>
              <a:defRPr sz="1800" b="0">
                <a:solidFill>
                  <a:srgbClr val="253546"/>
                </a:solidFill>
              </a:defRPr>
            </a:lvl1pPr>
            <a:lvl2pPr marL="376238" indent="-204788">
              <a:lnSpc>
                <a:spcPct val="100000"/>
              </a:lnSpc>
              <a:buSzPct val="90000"/>
              <a:buFont typeface="Wingdings" pitchFamily="2" charset="2"/>
              <a:buChar char="§"/>
              <a:defRPr sz="1600">
                <a:solidFill>
                  <a:srgbClr val="253546"/>
                </a:solidFill>
              </a:defRPr>
            </a:lvl2pPr>
            <a:lvl3pPr marL="627063" indent="-185738">
              <a:lnSpc>
                <a:spcPct val="100000"/>
              </a:lnSpc>
              <a:buSzPct val="100000"/>
              <a:buFont typeface="System Font Regular"/>
              <a:buChar char="–"/>
              <a:defRPr sz="1600">
                <a:solidFill>
                  <a:srgbClr val="253546"/>
                </a:solidFill>
              </a:defRPr>
            </a:lvl3pPr>
            <a:lvl4pPr marL="792163" indent="-163513">
              <a:lnSpc>
                <a:spcPct val="100000"/>
              </a:lnSpc>
              <a:buClr>
                <a:srgbClr val="0096DF"/>
              </a:buClr>
              <a:buFont typeface="System Font Regular"/>
              <a:buChar char="–"/>
              <a:defRPr sz="1400">
                <a:solidFill>
                  <a:srgbClr val="253546"/>
                </a:solidFill>
              </a:defRPr>
            </a:lvl4pPr>
            <a:lvl5pPr marL="957263" indent="-163513">
              <a:lnSpc>
                <a:spcPct val="100000"/>
              </a:lnSpc>
              <a:buClr>
                <a:srgbClr val="0096DF"/>
              </a:buClr>
              <a:buFont typeface="System Font Regular"/>
              <a:buChar char="–"/>
              <a:defRPr sz="1400">
                <a:solidFill>
                  <a:srgbClr val="253546"/>
                </a:solidFill>
              </a:defRPr>
            </a:lvl5pPr>
            <a:lvl6pPr marL="1414463" indent="-163513">
              <a:buClr>
                <a:srgbClr val="0096DF"/>
              </a:buClr>
              <a:buFont typeface="System Font Regular"/>
              <a:buChar char="–"/>
              <a:defRPr sz="1400"/>
            </a:lvl6pPr>
            <a:lvl7pPr marL="1871663" indent="-163513">
              <a:buClr>
                <a:srgbClr val="0096DF"/>
              </a:buClr>
              <a:buFont typeface="System Font Regular"/>
              <a:buChar char="–"/>
              <a:defRPr sz="1400"/>
            </a:lvl7pPr>
            <a:lvl8pPr marL="2328863" indent="-163513">
              <a:buClr>
                <a:srgbClr val="0096DF"/>
              </a:buClr>
              <a:buFont typeface="System Font Regular"/>
              <a:buChar char="–"/>
              <a:defRPr sz="1400"/>
            </a:lvl8pPr>
            <a:lvl9pPr marL="2786063" indent="-163513">
              <a:buClr>
                <a:srgbClr val="0096DF"/>
              </a:buClr>
              <a:buFont typeface="System Font Regular"/>
              <a:buChar char="–"/>
              <a:defRPr sz="1400"/>
            </a:lvl9pPr>
          </a:lstStyle>
          <a:p>
            <a:pPr lvl="0"/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FAC8BC8-8357-90EE-F093-B5F3C418420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383620" y="964276"/>
            <a:ext cx="3432830" cy="369332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20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A244199F-2365-4420-B58B-8FE789686BF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85996" y="964276"/>
            <a:ext cx="3439456" cy="369332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20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5" name="Brochure">
            <a:extLst>
              <a:ext uri="{FF2B5EF4-FFF2-40B4-BE49-F238E27FC236}">
                <a16:creationId xmlns:a16="http://schemas.microsoft.com/office/drawing/2014/main" id="{0FED1EB7-E91F-075E-AAF5-8FE15EF0F1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89649" y="75141"/>
            <a:ext cx="5605463" cy="54864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7023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2pPr>
            <a:lvl3pPr marL="372314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3pPr>
            <a:lvl4pPr marL="56107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4pPr>
            <a:lvl5pPr marL="74636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5pPr>
          </a:lstStyle>
          <a:p>
            <a:pPr lvl="0"/>
            <a:r>
              <a:rPr lang="en-US" dirty="0"/>
              <a:t>Boeing Product Development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9B2EBD7B-93B2-044A-3D2A-426219D12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6089" y="125567"/>
            <a:ext cx="4907316" cy="548640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here  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0525D65-13BD-00F6-EE04-2F96542D5BF3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4382211" y="1450471"/>
            <a:ext cx="3438144" cy="341632"/>
          </a:xfrm>
          <a:prstGeom prst="rect">
            <a:avLst/>
          </a:prstGeom>
        </p:spPr>
        <p:txBody>
          <a:bodyPr/>
          <a:lstStyle>
            <a:lvl1pPr marL="173736" indent="-173736">
              <a:lnSpc>
                <a:spcPct val="90000"/>
              </a:lnSpc>
              <a:buFont typeface="Arial" panose="020B0604020202020204" pitchFamily="34" charset="0"/>
              <a:buChar char="•"/>
              <a:defRPr sz="1800" b="0">
                <a:solidFill>
                  <a:srgbClr val="253546"/>
                </a:solidFill>
              </a:defRPr>
            </a:lvl1pPr>
            <a:lvl2pPr marL="376238" indent="-204788">
              <a:lnSpc>
                <a:spcPct val="100000"/>
              </a:lnSpc>
              <a:buSzPct val="90000"/>
              <a:buFont typeface="Wingdings" pitchFamily="2" charset="2"/>
              <a:buChar char="§"/>
              <a:defRPr sz="1600">
                <a:solidFill>
                  <a:srgbClr val="253546"/>
                </a:solidFill>
              </a:defRPr>
            </a:lvl2pPr>
            <a:lvl3pPr marL="627063" indent="-185738">
              <a:lnSpc>
                <a:spcPct val="100000"/>
              </a:lnSpc>
              <a:buSzPct val="100000"/>
              <a:buFont typeface="System Font Regular"/>
              <a:buChar char="–"/>
              <a:defRPr sz="1600">
                <a:solidFill>
                  <a:srgbClr val="253546"/>
                </a:solidFill>
              </a:defRPr>
            </a:lvl3pPr>
            <a:lvl4pPr marL="792163" indent="-163513">
              <a:lnSpc>
                <a:spcPct val="100000"/>
              </a:lnSpc>
              <a:buClr>
                <a:srgbClr val="0096DF"/>
              </a:buClr>
              <a:buFont typeface="System Font Regular"/>
              <a:buChar char="–"/>
              <a:defRPr sz="1400">
                <a:solidFill>
                  <a:srgbClr val="253546"/>
                </a:solidFill>
              </a:defRPr>
            </a:lvl4pPr>
            <a:lvl5pPr marL="957263" indent="-163513">
              <a:lnSpc>
                <a:spcPct val="100000"/>
              </a:lnSpc>
              <a:buClr>
                <a:srgbClr val="0096DF"/>
              </a:buClr>
              <a:buFont typeface="System Font Regular"/>
              <a:buChar char="–"/>
              <a:defRPr sz="1400">
                <a:solidFill>
                  <a:srgbClr val="253546"/>
                </a:solidFill>
              </a:defRPr>
            </a:lvl5pPr>
            <a:lvl6pPr marL="1414463" indent="-163513">
              <a:buClr>
                <a:srgbClr val="0096DF"/>
              </a:buClr>
              <a:buFont typeface="System Font Regular"/>
              <a:buChar char="–"/>
              <a:defRPr sz="1400"/>
            </a:lvl6pPr>
            <a:lvl7pPr marL="1871663" indent="-163513">
              <a:buClr>
                <a:srgbClr val="0096DF"/>
              </a:buClr>
              <a:buFont typeface="System Font Regular"/>
              <a:buChar char="–"/>
              <a:defRPr sz="1400"/>
            </a:lvl7pPr>
            <a:lvl8pPr marL="2328863" indent="-163513">
              <a:buClr>
                <a:srgbClr val="0096DF"/>
              </a:buClr>
              <a:buFont typeface="System Font Regular"/>
              <a:buChar char="–"/>
              <a:defRPr sz="1400"/>
            </a:lvl8pPr>
            <a:lvl9pPr marL="2786063" indent="-163513">
              <a:buClr>
                <a:srgbClr val="0096DF"/>
              </a:buClr>
              <a:buFont typeface="System Font Regular"/>
              <a:buChar char="–"/>
              <a:defRPr sz="1400"/>
            </a:lvl9pPr>
          </a:lstStyle>
          <a:p>
            <a:pPr lvl="0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F1938AD-9BE0-4E8C-60A4-D247B8A0D85D}"/>
              </a:ext>
            </a:extLst>
          </p:cNvPr>
          <p:cNvSpPr>
            <a:spLocks noGrp="1"/>
          </p:cNvSpPr>
          <p:nvPr>
            <p:ph sz="half" idx="24"/>
          </p:nvPr>
        </p:nvSpPr>
        <p:spPr>
          <a:xfrm>
            <a:off x="8293811" y="1450471"/>
            <a:ext cx="3438144" cy="341632"/>
          </a:xfrm>
          <a:prstGeom prst="rect">
            <a:avLst/>
          </a:prstGeom>
        </p:spPr>
        <p:txBody>
          <a:bodyPr/>
          <a:lstStyle>
            <a:lvl1pPr marL="173736" indent="-173736">
              <a:lnSpc>
                <a:spcPct val="90000"/>
              </a:lnSpc>
              <a:buFont typeface="Arial" panose="020B0604020202020204" pitchFamily="34" charset="0"/>
              <a:buChar char="•"/>
              <a:defRPr sz="1800" b="0">
                <a:solidFill>
                  <a:srgbClr val="253546"/>
                </a:solidFill>
              </a:defRPr>
            </a:lvl1pPr>
            <a:lvl2pPr marL="376238" indent="-204788">
              <a:lnSpc>
                <a:spcPct val="100000"/>
              </a:lnSpc>
              <a:buSzPct val="90000"/>
              <a:buFont typeface="Wingdings" pitchFamily="2" charset="2"/>
              <a:buChar char="§"/>
              <a:defRPr sz="1600">
                <a:solidFill>
                  <a:srgbClr val="253546"/>
                </a:solidFill>
              </a:defRPr>
            </a:lvl2pPr>
            <a:lvl3pPr marL="627063" indent="-185738">
              <a:lnSpc>
                <a:spcPct val="100000"/>
              </a:lnSpc>
              <a:buSzPct val="100000"/>
              <a:buFont typeface="System Font Regular"/>
              <a:buChar char="–"/>
              <a:defRPr sz="1600">
                <a:solidFill>
                  <a:srgbClr val="253546"/>
                </a:solidFill>
              </a:defRPr>
            </a:lvl3pPr>
            <a:lvl4pPr marL="792163" indent="-163513">
              <a:lnSpc>
                <a:spcPct val="100000"/>
              </a:lnSpc>
              <a:buClr>
                <a:srgbClr val="0096DF"/>
              </a:buClr>
              <a:buFont typeface="System Font Regular"/>
              <a:buChar char="–"/>
              <a:defRPr sz="1400">
                <a:solidFill>
                  <a:srgbClr val="253546"/>
                </a:solidFill>
              </a:defRPr>
            </a:lvl4pPr>
            <a:lvl5pPr marL="957263" indent="-163513">
              <a:lnSpc>
                <a:spcPct val="100000"/>
              </a:lnSpc>
              <a:buClr>
                <a:srgbClr val="0096DF"/>
              </a:buClr>
              <a:buFont typeface="System Font Regular"/>
              <a:buChar char="–"/>
              <a:defRPr sz="1400">
                <a:solidFill>
                  <a:srgbClr val="253546"/>
                </a:solidFill>
              </a:defRPr>
            </a:lvl5pPr>
            <a:lvl6pPr marL="1414463" indent="-163513">
              <a:buClr>
                <a:srgbClr val="0096DF"/>
              </a:buClr>
              <a:buFont typeface="System Font Regular"/>
              <a:buChar char="–"/>
              <a:defRPr sz="1400"/>
            </a:lvl6pPr>
            <a:lvl7pPr marL="1871663" indent="-163513">
              <a:buClr>
                <a:srgbClr val="0096DF"/>
              </a:buClr>
              <a:buFont typeface="System Font Regular"/>
              <a:buChar char="–"/>
              <a:defRPr sz="1400"/>
            </a:lvl7pPr>
            <a:lvl8pPr marL="2328863" indent="-163513">
              <a:buClr>
                <a:srgbClr val="0096DF"/>
              </a:buClr>
              <a:buFont typeface="System Font Regular"/>
              <a:buChar char="–"/>
              <a:defRPr sz="1400"/>
            </a:lvl8pPr>
            <a:lvl9pPr marL="2786063" indent="-163513">
              <a:buClr>
                <a:srgbClr val="0096DF"/>
              </a:buClr>
              <a:buFont typeface="System Font Regular"/>
              <a:buChar char="–"/>
              <a:defRPr sz="1400"/>
            </a:lvl9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307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side_Page_Heade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F638A4-2C93-2599-68CB-1234157AAD82}"/>
              </a:ext>
            </a:extLst>
          </p:cNvPr>
          <p:cNvSpPr/>
          <p:nvPr userDrawn="1"/>
        </p:nvSpPr>
        <p:spPr>
          <a:xfrm>
            <a:off x="0" y="3584863"/>
            <a:ext cx="6096000" cy="2777837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FDF9B1-1309-C754-9F91-1605B4976416}"/>
              </a:ext>
            </a:extLst>
          </p:cNvPr>
          <p:cNvSpPr/>
          <p:nvPr userDrawn="1"/>
        </p:nvSpPr>
        <p:spPr>
          <a:xfrm>
            <a:off x="6096767" y="682445"/>
            <a:ext cx="6096000" cy="2910656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 userDrawn="1">
            <p:ph type="sldNum" sz="quarter" idx="10"/>
          </p:nvPr>
        </p:nvSpPr>
        <p:spPr>
          <a:xfrm>
            <a:off x="8075613" y="6564405"/>
            <a:ext cx="3619500" cy="293595"/>
          </a:xfrm>
        </p:spPr>
        <p:txBody>
          <a:bodyPr anchor="t"/>
          <a:lstStyle>
            <a:lvl1pPr>
              <a:defRPr sz="90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	</a:t>
            </a:r>
            <a:fld id="{38B90DFD-62DE-414E-A22E-C1FEAF91FE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493712" y="6564405"/>
            <a:ext cx="5595937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defTabSz="820492" eaLnBrk="0" hangingPunct="0"/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Copyright © Boeing. All rights reserved.</a:t>
            </a:r>
          </a:p>
        </p:txBody>
      </p:sp>
      <p:sp>
        <p:nvSpPr>
          <p:cNvPr id="8" name="Footer Placeholder 82">
            <a:extLst>
              <a:ext uri="{FF2B5EF4-FFF2-40B4-BE49-F238E27FC236}">
                <a16:creationId xmlns:a16="http://schemas.microsoft.com/office/drawing/2014/main" id="{E14DACB7-6934-474B-A533-D4469DADD0A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0371" y="6564405"/>
            <a:ext cx="4266089" cy="293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BOEING PROPRIETARY</a:t>
            </a:r>
          </a:p>
        </p:txBody>
      </p:sp>
      <p:sp>
        <p:nvSpPr>
          <p:cNvPr id="5" name="Brochure">
            <a:extLst>
              <a:ext uri="{FF2B5EF4-FFF2-40B4-BE49-F238E27FC236}">
                <a16:creationId xmlns:a16="http://schemas.microsoft.com/office/drawing/2014/main" id="{0FED1EB7-E91F-075E-AAF5-8FE15EF0F1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89649" y="75141"/>
            <a:ext cx="5605463" cy="54864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7023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2pPr>
            <a:lvl3pPr marL="372314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3pPr>
            <a:lvl4pPr marL="56107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4pPr>
            <a:lvl5pPr marL="74636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5pPr>
          </a:lstStyle>
          <a:p>
            <a:pPr lvl="0"/>
            <a:r>
              <a:rPr lang="en-US" dirty="0"/>
              <a:t>Boeing Product Development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9B2EBD7B-93B2-044A-3D2A-426219D12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6089" y="125567"/>
            <a:ext cx="4907316" cy="548640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here  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F61428-5D77-4AE4-A414-EC5BC623317F}"/>
              </a:ext>
            </a:extLst>
          </p:cNvPr>
          <p:cNvCxnSpPr>
            <a:cxnSpLocks/>
          </p:cNvCxnSpPr>
          <p:nvPr userDrawn="1"/>
        </p:nvCxnSpPr>
        <p:spPr>
          <a:xfrm flipV="1">
            <a:off x="6089649" y="674207"/>
            <a:ext cx="0" cy="5688493"/>
          </a:xfrm>
          <a:prstGeom prst="line">
            <a:avLst/>
          </a:prstGeom>
          <a:ln w="15875" cap="rnd" cmpd="sng">
            <a:gradFill>
              <a:gsLst>
                <a:gs pos="20000">
                  <a:srgbClr val="011452"/>
                </a:gs>
                <a:gs pos="50000">
                  <a:srgbClr val="0033A1"/>
                </a:gs>
                <a:gs pos="80000">
                  <a:srgbClr val="011452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D590B6D-D429-C207-7DD9-B251F0EF5E22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584863"/>
            <a:ext cx="12201005" cy="0"/>
          </a:xfrm>
          <a:prstGeom prst="line">
            <a:avLst/>
          </a:prstGeom>
          <a:ln w="15875" cap="rnd" cmpd="sng">
            <a:gradFill>
              <a:gsLst>
                <a:gs pos="50000">
                  <a:srgbClr val="0033A1"/>
                </a:gs>
                <a:gs pos="20000">
                  <a:srgbClr val="011452"/>
                </a:gs>
                <a:gs pos="80000">
                  <a:srgbClr val="011452"/>
                </a:gs>
              </a:gsLst>
              <a:lin ang="0" scaled="0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3EFF8260-6B33-949A-84FB-AAF3EA7EB1A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2645" y="964276"/>
            <a:ext cx="5259170" cy="36933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0E7AD41B-72A7-F2D0-97E6-BED3ACCCDFE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437530" y="964276"/>
            <a:ext cx="5259170" cy="369332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20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EC7DFB54-71DE-D0CF-C449-004C637DEBE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9379" y="3817792"/>
            <a:ext cx="5259170" cy="369332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20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8AAA2291-6EDE-7889-1449-115F876BC51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37530" y="3817792"/>
            <a:ext cx="5259170" cy="369332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20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3B30096-FABC-D5B0-9A69-C4D7E2BF2044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6437530" y="1450082"/>
            <a:ext cx="5255187" cy="341632"/>
          </a:xfrm>
          <a:prstGeom prst="rect">
            <a:avLst/>
          </a:prstGeom>
        </p:spPr>
        <p:txBody>
          <a:bodyPr/>
          <a:lstStyle>
            <a:lvl1pPr marL="169863" indent="-169863">
              <a:buFont typeface="Arial" panose="020B0604020202020204" pitchFamily="34" charset="0"/>
              <a:buChar char="•"/>
              <a:defRPr sz="1800" b="0">
                <a:solidFill>
                  <a:srgbClr val="253546"/>
                </a:solidFill>
              </a:defRPr>
            </a:lvl1pPr>
            <a:lvl2pPr marL="376238" indent="-204788">
              <a:buSzPct val="90000"/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2pPr>
            <a:lvl3pPr marL="627063" indent="-185738">
              <a:buSzPct val="100000"/>
              <a:buFont typeface="System Font Regular"/>
              <a:buChar char="–"/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buClr>
                <a:srgbClr val="0096DF"/>
              </a:buClr>
              <a:defRPr sz="1400"/>
            </a:lvl6pPr>
            <a:lvl7pPr>
              <a:buClr>
                <a:srgbClr val="0096DF"/>
              </a:buClr>
              <a:defRPr sz="1400"/>
            </a:lvl7pPr>
            <a:lvl8pPr>
              <a:buClr>
                <a:srgbClr val="0096DF"/>
              </a:buClr>
              <a:defRPr sz="14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37D62C9-C53A-8F6D-B73A-6D8CEDE3A984}"/>
              </a:ext>
            </a:extLst>
          </p:cNvPr>
          <p:cNvSpPr>
            <a:spLocks noGrp="1"/>
          </p:cNvSpPr>
          <p:nvPr>
            <p:ph sz="half" idx="31"/>
          </p:nvPr>
        </p:nvSpPr>
        <p:spPr>
          <a:xfrm>
            <a:off x="468530" y="1450082"/>
            <a:ext cx="5255187" cy="341632"/>
          </a:xfrm>
          <a:prstGeom prst="rect">
            <a:avLst/>
          </a:prstGeom>
        </p:spPr>
        <p:txBody>
          <a:bodyPr/>
          <a:lstStyle>
            <a:lvl1pPr marL="169863" indent="-169863">
              <a:buFont typeface="Arial" panose="020B0604020202020204" pitchFamily="34" charset="0"/>
              <a:buChar char="•"/>
              <a:defRPr sz="1800" b="0">
                <a:solidFill>
                  <a:srgbClr val="253546"/>
                </a:solidFill>
              </a:defRPr>
            </a:lvl1pPr>
            <a:lvl2pPr marL="376238" indent="-204788">
              <a:buSzPct val="90000"/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2pPr>
            <a:lvl3pPr marL="627063" indent="-185738">
              <a:buSzPct val="100000"/>
              <a:buFont typeface="System Font Regular"/>
              <a:buChar char="–"/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buClr>
                <a:srgbClr val="0096DF"/>
              </a:buClr>
              <a:defRPr sz="1400"/>
            </a:lvl6pPr>
            <a:lvl7pPr>
              <a:buClr>
                <a:srgbClr val="0096DF"/>
              </a:buClr>
              <a:defRPr sz="1400"/>
            </a:lvl7pPr>
            <a:lvl8pPr>
              <a:buClr>
                <a:srgbClr val="0096DF"/>
              </a:buClr>
              <a:defRPr sz="14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9B3B268-EC42-613F-79CF-5EAA8605600E}"/>
              </a:ext>
            </a:extLst>
          </p:cNvPr>
          <p:cNvSpPr>
            <a:spLocks noGrp="1"/>
          </p:cNvSpPr>
          <p:nvPr>
            <p:ph sz="half" idx="32"/>
          </p:nvPr>
        </p:nvSpPr>
        <p:spPr>
          <a:xfrm>
            <a:off x="468530" y="4311815"/>
            <a:ext cx="5255187" cy="341632"/>
          </a:xfrm>
          <a:prstGeom prst="rect">
            <a:avLst/>
          </a:prstGeom>
        </p:spPr>
        <p:txBody>
          <a:bodyPr/>
          <a:lstStyle>
            <a:lvl1pPr marL="169863" indent="-169863">
              <a:buFont typeface="Arial" panose="020B0604020202020204" pitchFamily="34" charset="0"/>
              <a:buChar char="•"/>
              <a:defRPr sz="1800" b="0">
                <a:solidFill>
                  <a:srgbClr val="253546"/>
                </a:solidFill>
              </a:defRPr>
            </a:lvl1pPr>
            <a:lvl2pPr marL="376238" indent="-204788">
              <a:buSzPct val="90000"/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2pPr>
            <a:lvl3pPr marL="627063" indent="-185738">
              <a:buSzPct val="100000"/>
              <a:buFont typeface="System Font Regular"/>
              <a:buChar char="–"/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buClr>
                <a:srgbClr val="0096DF"/>
              </a:buClr>
              <a:defRPr sz="1400"/>
            </a:lvl6pPr>
            <a:lvl7pPr>
              <a:buClr>
                <a:srgbClr val="0096DF"/>
              </a:buClr>
              <a:defRPr sz="1400"/>
            </a:lvl7pPr>
            <a:lvl8pPr>
              <a:buClr>
                <a:srgbClr val="0096DF"/>
              </a:buClr>
              <a:defRPr sz="14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DE1C34C-B249-7141-C333-26F62FBB1DDB}"/>
              </a:ext>
            </a:extLst>
          </p:cNvPr>
          <p:cNvSpPr>
            <a:spLocks noGrp="1"/>
          </p:cNvSpPr>
          <p:nvPr>
            <p:ph sz="half" idx="33"/>
          </p:nvPr>
        </p:nvSpPr>
        <p:spPr>
          <a:xfrm>
            <a:off x="6437530" y="4311815"/>
            <a:ext cx="5255187" cy="341632"/>
          </a:xfrm>
          <a:prstGeom prst="rect">
            <a:avLst/>
          </a:prstGeom>
        </p:spPr>
        <p:txBody>
          <a:bodyPr/>
          <a:lstStyle>
            <a:lvl1pPr marL="169863" indent="-169863">
              <a:buFont typeface="Arial" panose="020B0604020202020204" pitchFamily="34" charset="0"/>
              <a:buChar char="•"/>
              <a:defRPr sz="1800" b="0">
                <a:solidFill>
                  <a:srgbClr val="253546"/>
                </a:solidFill>
              </a:defRPr>
            </a:lvl1pPr>
            <a:lvl2pPr marL="376238" indent="-204788">
              <a:buSzPct val="90000"/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2pPr>
            <a:lvl3pPr marL="627063" indent="-185738">
              <a:buSzPct val="100000"/>
              <a:buFont typeface="System Font Regular"/>
              <a:buChar char="–"/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buClr>
                <a:srgbClr val="0096DF"/>
              </a:buClr>
              <a:defRPr sz="1400"/>
            </a:lvl6pPr>
            <a:lvl7pPr>
              <a:buClr>
                <a:srgbClr val="0096DF"/>
              </a:buClr>
              <a:defRPr sz="1400"/>
            </a:lvl7pPr>
            <a:lvl8pPr>
              <a:buClr>
                <a:srgbClr val="0096DF"/>
              </a:buClr>
              <a:defRPr sz="14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567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nside_Page_Heade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 userDrawn="1">
            <p:ph type="sldNum" sz="quarter" idx="10"/>
          </p:nvPr>
        </p:nvSpPr>
        <p:spPr>
          <a:xfrm>
            <a:off x="8075613" y="6564405"/>
            <a:ext cx="3619500" cy="293595"/>
          </a:xfrm>
        </p:spPr>
        <p:txBody>
          <a:bodyPr anchor="t"/>
          <a:lstStyle>
            <a:lvl1pPr>
              <a:defRPr sz="90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	</a:t>
            </a:r>
            <a:fld id="{38B90DFD-62DE-414E-A22E-C1FEAF91FE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493712" y="6564405"/>
            <a:ext cx="5595937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defTabSz="820492" eaLnBrk="0" hangingPunct="0"/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Copyright © Boeing. All rights reserved.</a:t>
            </a:r>
          </a:p>
        </p:txBody>
      </p:sp>
      <p:sp>
        <p:nvSpPr>
          <p:cNvPr id="8" name="Footer Placeholder 82">
            <a:extLst>
              <a:ext uri="{FF2B5EF4-FFF2-40B4-BE49-F238E27FC236}">
                <a16:creationId xmlns:a16="http://schemas.microsoft.com/office/drawing/2014/main" id="{E14DACB7-6934-474B-A533-D4469DADD0A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0371" y="6564405"/>
            <a:ext cx="4266089" cy="293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BOEING PROPRIETARY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64BC89C3-7CBE-DBD8-F1B4-9DCE342244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6089" y="125567"/>
            <a:ext cx="4907316" cy="548640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here  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2D41A69-F2E3-B390-C512-B861FC72CFCE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06089" y="914400"/>
            <a:ext cx="11289024" cy="1403461"/>
          </a:xfrm>
          <a:prstGeom prst="rect">
            <a:avLst/>
          </a:prstGeom>
          <a:noFill/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bg1"/>
                </a:solidFill>
              </a:defRPr>
            </a:lvl1pPr>
            <a:lvl2pPr marL="51435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</a:defRPr>
            </a:lvl2pPr>
            <a:lvl3pPr marL="784225" indent="-342900">
              <a:lnSpc>
                <a:spcPct val="100000"/>
              </a:lnSpc>
              <a:buSzPct val="80000"/>
              <a:buFont typeface="Wingdings" pitchFamily="2" charset="2"/>
              <a:buChar char="§"/>
              <a:defRPr sz="2000">
                <a:solidFill>
                  <a:schemeClr val="bg1"/>
                </a:solidFill>
              </a:defRPr>
            </a:lvl3pPr>
            <a:lvl4pPr marL="914400" indent="-285750">
              <a:lnSpc>
                <a:spcPct val="100000"/>
              </a:lnSpc>
              <a:buFont typeface="System Font Regular"/>
              <a:buChar char="–"/>
              <a:defRPr sz="1800">
                <a:solidFill>
                  <a:schemeClr val="bg1"/>
                </a:solidFill>
              </a:defRPr>
            </a:lvl4pPr>
            <a:lvl5pPr marL="957263" indent="-163513">
              <a:lnSpc>
                <a:spcPct val="100000"/>
              </a:lnSpc>
              <a:buClr>
                <a:srgbClr val="0096DF"/>
              </a:buClr>
              <a:buFont typeface="System Font Regular"/>
              <a:buChar char="–"/>
              <a:defRPr sz="1600">
                <a:solidFill>
                  <a:schemeClr val="bg1"/>
                </a:solidFill>
              </a:defRPr>
            </a:lvl5pPr>
            <a:lvl6pPr marL="1414463" indent="-163513">
              <a:buClr>
                <a:srgbClr val="0096DF"/>
              </a:buClr>
              <a:buFont typeface="System Font Regular"/>
              <a:buChar char="–"/>
              <a:defRPr>
                <a:solidFill>
                  <a:schemeClr val="bg1"/>
                </a:solidFill>
              </a:defRPr>
            </a:lvl6pPr>
            <a:lvl7pPr marL="1871663" indent="-163513">
              <a:buClr>
                <a:srgbClr val="0096DF"/>
              </a:buClr>
              <a:buFont typeface="System Font Regular"/>
              <a:buChar char="–"/>
              <a:defRPr>
                <a:solidFill>
                  <a:schemeClr val="bg1"/>
                </a:solidFill>
              </a:defRPr>
            </a:lvl7pPr>
            <a:lvl8pPr marL="2328863" indent="-163513">
              <a:buClr>
                <a:srgbClr val="0096DF"/>
              </a:buClr>
              <a:buFont typeface="System Font Regular"/>
              <a:buChar char="–"/>
              <a:defRPr>
                <a:solidFill>
                  <a:schemeClr val="bg1"/>
                </a:solidFill>
              </a:defRPr>
            </a:lvl8pPr>
            <a:lvl9pPr marL="2786063" indent="-163513">
              <a:buClr>
                <a:srgbClr val="0096DF"/>
              </a:buClr>
              <a:buFont typeface="System Font Regular"/>
              <a:buChar char="–"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Brochure">
            <a:extLst>
              <a:ext uri="{FF2B5EF4-FFF2-40B4-BE49-F238E27FC236}">
                <a16:creationId xmlns:a16="http://schemas.microsoft.com/office/drawing/2014/main" id="{A7997A46-0325-3455-1E0D-A7D6F4B84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89649" y="75141"/>
            <a:ext cx="5605463" cy="54864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7023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2pPr>
            <a:lvl3pPr marL="372314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3pPr>
            <a:lvl4pPr marL="56107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4pPr>
            <a:lvl5pPr marL="74636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5pPr>
          </a:lstStyle>
          <a:p>
            <a:pPr lvl="0"/>
            <a:r>
              <a:rPr lang="en-US" dirty="0"/>
              <a:t>Boeing Product Development</a:t>
            </a:r>
          </a:p>
        </p:txBody>
      </p:sp>
    </p:spTree>
    <p:extLst>
      <p:ext uri="{BB962C8B-B14F-4D97-AF65-F5344CB8AC3E}">
        <p14:creationId xmlns:p14="http://schemas.microsoft.com/office/powerpoint/2010/main" val="157966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nside_Page_Heade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 userDrawn="1">
            <p:ph type="sldNum" sz="quarter" idx="10"/>
          </p:nvPr>
        </p:nvSpPr>
        <p:spPr>
          <a:xfrm>
            <a:off x="8075613" y="6564405"/>
            <a:ext cx="3619500" cy="293595"/>
          </a:xfrm>
        </p:spPr>
        <p:txBody>
          <a:bodyPr anchor="t"/>
          <a:lstStyle>
            <a:lvl1pPr>
              <a:defRPr sz="90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	</a:t>
            </a:r>
            <a:fld id="{38B90DFD-62DE-414E-A22E-C1FEAF91FE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493712" y="6564405"/>
            <a:ext cx="5595937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defTabSz="820492" eaLnBrk="0" hangingPunct="0"/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Copyright © Boeing. All rights reserved.</a:t>
            </a:r>
          </a:p>
        </p:txBody>
      </p:sp>
      <p:sp>
        <p:nvSpPr>
          <p:cNvPr id="8" name="Footer Placeholder 82">
            <a:extLst>
              <a:ext uri="{FF2B5EF4-FFF2-40B4-BE49-F238E27FC236}">
                <a16:creationId xmlns:a16="http://schemas.microsoft.com/office/drawing/2014/main" id="{E14DACB7-6934-474B-A533-D4469DADD0A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0371" y="6564405"/>
            <a:ext cx="4266089" cy="293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BOEING PROPRIETARY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4C0EBDA8-F7E5-37C8-14DF-17CE22D9E15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89649" y="685800"/>
            <a:ext cx="6099176" cy="5676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Brochure">
            <a:extLst>
              <a:ext uri="{FF2B5EF4-FFF2-40B4-BE49-F238E27FC236}">
                <a16:creationId xmlns:a16="http://schemas.microsoft.com/office/drawing/2014/main" id="{ABBF3C9C-317F-FC38-BCA5-7DDE62F1C0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89649" y="75141"/>
            <a:ext cx="5605463" cy="54864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7023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2pPr>
            <a:lvl3pPr marL="372314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3pPr>
            <a:lvl4pPr marL="56107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4pPr>
            <a:lvl5pPr marL="74636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5pPr>
          </a:lstStyle>
          <a:p>
            <a:pPr lvl="0"/>
            <a:r>
              <a:rPr lang="en-US" dirty="0"/>
              <a:t>Boeing Product Development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ABDE74-81A1-F6E1-505B-6A7E53ACD4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6089" y="125567"/>
            <a:ext cx="4907316" cy="548640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here  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5821914-97D0-C1A6-2F22-59995AADBBB0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06089" y="914400"/>
            <a:ext cx="5205503" cy="1834348"/>
          </a:xfrm>
          <a:prstGeom prst="rect">
            <a:avLst/>
          </a:prstGeom>
          <a:noFill/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bg1"/>
                </a:solidFill>
              </a:defRPr>
            </a:lvl1pPr>
            <a:lvl2pPr marL="51435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</a:defRPr>
            </a:lvl2pPr>
            <a:lvl3pPr marL="784225" indent="-342900">
              <a:lnSpc>
                <a:spcPct val="100000"/>
              </a:lnSpc>
              <a:buSzPct val="90000"/>
              <a:buFont typeface="Wingdings" pitchFamily="2" charset="2"/>
              <a:buChar char="§"/>
              <a:defRPr sz="2000">
                <a:solidFill>
                  <a:schemeClr val="bg1"/>
                </a:solidFill>
              </a:defRPr>
            </a:lvl3pPr>
            <a:lvl4pPr marL="914400" indent="-285750">
              <a:lnSpc>
                <a:spcPct val="100000"/>
              </a:lnSpc>
              <a:buFont typeface="System Font Regular"/>
              <a:buChar char="–"/>
              <a:defRPr sz="1800">
                <a:solidFill>
                  <a:schemeClr val="bg1"/>
                </a:solidFill>
              </a:defRPr>
            </a:lvl4pPr>
            <a:lvl5pPr marL="957263" indent="-163513">
              <a:lnSpc>
                <a:spcPct val="100000"/>
              </a:lnSpc>
              <a:buClr>
                <a:srgbClr val="0096DF"/>
              </a:buClr>
              <a:buFont typeface="System Font Regular"/>
              <a:buChar char="–"/>
              <a:defRPr sz="1600">
                <a:solidFill>
                  <a:schemeClr val="bg1"/>
                </a:solidFill>
              </a:defRPr>
            </a:lvl5pPr>
            <a:lvl6pPr marL="1414463" indent="-163513">
              <a:buClr>
                <a:srgbClr val="0096DF"/>
              </a:buClr>
              <a:buFont typeface="System Font Regular"/>
              <a:buChar char="–"/>
              <a:defRPr>
                <a:solidFill>
                  <a:schemeClr val="bg1"/>
                </a:solidFill>
              </a:defRPr>
            </a:lvl6pPr>
            <a:lvl7pPr marL="1871663" indent="-163513">
              <a:buClr>
                <a:srgbClr val="0096DF"/>
              </a:buClr>
              <a:buFont typeface="System Font Regular"/>
              <a:buChar char="–"/>
              <a:defRPr>
                <a:solidFill>
                  <a:schemeClr val="bg1"/>
                </a:solidFill>
              </a:defRPr>
            </a:lvl7pPr>
            <a:lvl8pPr marL="2328863" indent="-163513">
              <a:buClr>
                <a:srgbClr val="0096DF"/>
              </a:buClr>
              <a:buFont typeface="System Font Regular"/>
              <a:buChar char="–"/>
              <a:defRPr>
                <a:solidFill>
                  <a:schemeClr val="bg1"/>
                </a:solidFill>
              </a:defRPr>
            </a:lvl8pPr>
            <a:lvl9pPr marL="2786063" indent="-163513">
              <a:buClr>
                <a:srgbClr val="0096DF"/>
              </a:buClr>
              <a:buFont typeface="System Font Regular"/>
              <a:buChar char="–"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16351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nside_Page_Heade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 userDrawn="1">
            <p:ph type="sldNum" sz="quarter" idx="10"/>
          </p:nvPr>
        </p:nvSpPr>
        <p:spPr>
          <a:xfrm>
            <a:off x="8075613" y="6564405"/>
            <a:ext cx="3619500" cy="293595"/>
          </a:xfrm>
        </p:spPr>
        <p:txBody>
          <a:bodyPr anchor="t"/>
          <a:lstStyle>
            <a:lvl1pPr>
              <a:defRPr sz="90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	</a:t>
            </a:r>
            <a:fld id="{38B90DFD-62DE-414E-A22E-C1FEAF91FE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493712" y="6564405"/>
            <a:ext cx="5595937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defTabSz="820492" eaLnBrk="0" hangingPunct="0"/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Copyright © Boeing. All rights reserved.</a:t>
            </a:r>
          </a:p>
        </p:txBody>
      </p:sp>
      <p:sp>
        <p:nvSpPr>
          <p:cNvPr id="8" name="Footer Placeholder 82">
            <a:extLst>
              <a:ext uri="{FF2B5EF4-FFF2-40B4-BE49-F238E27FC236}">
                <a16:creationId xmlns:a16="http://schemas.microsoft.com/office/drawing/2014/main" id="{E14DACB7-6934-474B-A533-D4469DADD0A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0371" y="6564405"/>
            <a:ext cx="4266089" cy="293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BOEING PROPRIETARY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1C64A9C-CEF4-E305-4A07-70F7284D1C2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6628" y="964276"/>
            <a:ext cx="3438144" cy="36933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 dirty="0"/>
              <a:t>Click to edit Master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6FE544-0831-92B6-1E89-8C2D62D54FD8}"/>
              </a:ext>
            </a:extLst>
          </p:cNvPr>
          <p:cNvCxnSpPr/>
          <p:nvPr userDrawn="1"/>
        </p:nvCxnSpPr>
        <p:spPr>
          <a:xfrm flipV="1">
            <a:off x="4107839" y="914400"/>
            <a:ext cx="0" cy="5299364"/>
          </a:xfrm>
          <a:prstGeom prst="line">
            <a:avLst/>
          </a:prstGeom>
          <a:ln w="15875" cap="rnd" cmpd="sng">
            <a:gradFill flip="none" rotWithShape="1">
              <a:gsLst>
                <a:gs pos="0">
                  <a:schemeClr val="accent3">
                    <a:lumMod val="67000"/>
                  </a:schemeClr>
                </a:gs>
                <a:gs pos="48000">
                  <a:schemeClr val="accent3">
                    <a:lumMod val="97000"/>
                    <a:lumOff val="3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F12C4D3-FDF1-90C4-C371-F86C99778FA2}"/>
              </a:ext>
            </a:extLst>
          </p:cNvPr>
          <p:cNvCxnSpPr/>
          <p:nvPr userDrawn="1"/>
        </p:nvCxnSpPr>
        <p:spPr>
          <a:xfrm flipV="1">
            <a:off x="8075613" y="914400"/>
            <a:ext cx="0" cy="5299364"/>
          </a:xfrm>
          <a:prstGeom prst="line">
            <a:avLst/>
          </a:prstGeom>
          <a:ln w="15875" cap="rnd" cmpd="sng">
            <a:gradFill flip="none" rotWithShape="1">
              <a:gsLst>
                <a:gs pos="0">
                  <a:schemeClr val="accent3">
                    <a:lumMod val="67000"/>
                  </a:schemeClr>
                </a:gs>
                <a:gs pos="48000">
                  <a:schemeClr val="accent3">
                    <a:lumMod val="97000"/>
                    <a:lumOff val="3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B1151F4-01EE-6771-50D2-B8EED9C1D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0611" y="1450471"/>
            <a:ext cx="3438144" cy="341632"/>
          </a:xfrm>
          <a:prstGeom prst="rect">
            <a:avLst/>
          </a:prstGeom>
        </p:spPr>
        <p:txBody>
          <a:bodyPr/>
          <a:lstStyle>
            <a:lvl1pPr marL="173736" indent="-173736">
              <a:lnSpc>
                <a:spcPct val="90000"/>
              </a:lnSpc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1pPr>
            <a:lvl2pPr marL="376238" indent="-204788">
              <a:lnSpc>
                <a:spcPct val="100000"/>
              </a:lnSpc>
              <a:buSzPct val="90000"/>
              <a:buFont typeface="Wingdings" pitchFamily="2" charset="2"/>
              <a:buChar char="§"/>
              <a:defRPr sz="1600">
                <a:solidFill>
                  <a:schemeClr val="bg1"/>
                </a:solidFill>
              </a:defRPr>
            </a:lvl2pPr>
            <a:lvl3pPr marL="627063" indent="-185738">
              <a:lnSpc>
                <a:spcPct val="100000"/>
              </a:lnSpc>
              <a:buFont typeface="System Font Regular"/>
              <a:buChar char="–"/>
              <a:defRPr sz="1600">
                <a:solidFill>
                  <a:schemeClr val="bg1"/>
                </a:solidFill>
              </a:defRPr>
            </a:lvl3pPr>
            <a:lvl4pPr marL="914400" indent="-285750">
              <a:lnSpc>
                <a:spcPct val="100000"/>
              </a:lnSpc>
              <a:buClr>
                <a:srgbClr val="0096DF"/>
              </a:buClr>
              <a:buFont typeface="System Font Regular"/>
              <a:buChar char="–"/>
              <a:defRPr sz="1400">
                <a:solidFill>
                  <a:schemeClr val="bg1"/>
                </a:solidFill>
              </a:defRPr>
            </a:lvl4pPr>
            <a:lvl5pPr marL="957263" indent="-163513">
              <a:lnSpc>
                <a:spcPct val="100000"/>
              </a:lnSpc>
              <a:buClr>
                <a:srgbClr val="0096DF"/>
              </a:buClr>
              <a:buFont typeface="System Font Regular"/>
              <a:buChar char="–"/>
              <a:defRPr sz="1400">
                <a:solidFill>
                  <a:schemeClr val="bg1"/>
                </a:solidFill>
              </a:defRPr>
            </a:lvl5pPr>
            <a:lvl6pPr>
              <a:buClr>
                <a:srgbClr val="0096DF"/>
              </a:buClr>
              <a:defRPr sz="1400">
                <a:solidFill>
                  <a:schemeClr val="bg1"/>
                </a:solidFill>
              </a:defRPr>
            </a:lvl6pPr>
            <a:lvl7pPr>
              <a:buClr>
                <a:srgbClr val="0096DF"/>
              </a:buClr>
              <a:defRPr sz="1400">
                <a:solidFill>
                  <a:schemeClr val="bg1"/>
                </a:solidFill>
              </a:defRPr>
            </a:lvl7pPr>
            <a:lvl8pPr>
              <a:buClr>
                <a:srgbClr val="0096DF"/>
              </a:buClr>
              <a:defRPr sz="1400">
                <a:solidFill>
                  <a:schemeClr val="bg1"/>
                </a:solidFill>
              </a:defRPr>
            </a:lvl8pPr>
            <a:lvl9pPr>
              <a:buClr>
                <a:srgbClr val="0096DF"/>
              </a:buClr>
              <a:defRPr sz="1400">
                <a:solidFill>
                  <a:schemeClr val="bg1"/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FAC8BC8-8357-90EE-F093-B5F3C418420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383620" y="964276"/>
            <a:ext cx="3432830" cy="369332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A244199F-2365-4420-B58B-8FE789686BF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85996" y="964276"/>
            <a:ext cx="3439456" cy="369332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5" name="Brochure">
            <a:extLst>
              <a:ext uri="{FF2B5EF4-FFF2-40B4-BE49-F238E27FC236}">
                <a16:creationId xmlns:a16="http://schemas.microsoft.com/office/drawing/2014/main" id="{0FED1EB7-E91F-075E-AAF5-8FE15EF0F1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89649" y="75141"/>
            <a:ext cx="5605463" cy="54864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7023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2pPr>
            <a:lvl3pPr marL="372314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3pPr>
            <a:lvl4pPr marL="56107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4pPr>
            <a:lvl5pPr marL="74636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5pPr>
          </a:lstStyle>
          <a:p>
            <a:pPr lvl="0"/>
            <a:r>
              <a:rPr lang="en-US" dirty="0"/>
              <a:t>Boeing Product Development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9B2EBD7B-93B2-044A-3D2A-426219D12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6089" y="125567"/>
            <a:ext cx="4907316" cy="548640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here   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DB02C4F-1D48-8A01-B3CC-98E1BE89F019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4390679" y="1450471"/>
            <a:ext cx="3438144" cy="341632"/>
          </a:xfrm>
          <a:prstGeom prst="rect">
            <a:avLst/>
          </a:prstGeom>
        </p:spPr>
        <p:txBody>
          <a:bodyPr/>
          <a:lstStyle>
            <a:lvl1pPr marL="173736" indent="-173736">
              <a:lnSpc>
                <a:spcPct val="90000"/>
              </a:lnSpc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1pPr>
            <a:lvl2pPr marL="376238" indent="-204788">
              <a:lnSpc>
                <a:spcPct val="100000"/>
              </a:lnSpc>
              <a:buSzPct val="90000"/>
              <a:buFont typeface="Wingdings" pitchFamily="2" charset="2"/>
              <a:buChar char="§"/>
              <a:defRPr sz="1600">
                <a:solidFill>
                  <a:schemeClr val="bg1"/>
                </a:solidFill>
              </a:defRPr>
            </a:lvl2pPr>
            <a:lvl3pPr marL="627063" indent="-185738">
              <a:lnSpc>
                <a:spcPct val="100000"/>
              </a:lnSpc>
              <a:buFont typeface="System Font Regular"/>
              <a:buChar char="–"/>
              <a:defRPr sz="1600">
                <a:solidFill>
                  <a:schemeClr val="bg1"/>
                </a:solidFill>
              </a:defRPr>
            </a:lvl3pPr>
            <a:lvl4pPr marL="914400" indent="-285750">
              <a:lnSpc>
                <a:spcPct val="100000"/>
              </a:lnSpc>
              <a:buClr>
                <a:srgbClr val="0096DF"/>
              </a:buClr>
              <a:buFont typeface="System Font Regular"/>
              <a:buChar char="–"/>
              <a:defRPr sz="1400">
                <a:solidFill>
                  <a:schemeClr val="bg1"/>
                </a:solidFill>
              </a:defRPr>
            </a:lvl4pPr>
            <a:lvl5pPr marL="957263" indent="-163513">
              <a:lnSpc>
                <a:spcPct val="100000"/>
              </a:lnSpc>
              <a:buClr>
                <a:srgbClr val="0096DF"/>
              </a:buClr>
              <a:buFont typeface="System Font Regular"/>
              <a:buChar char="–"/>
              <a:defRPr sz="1400">
                <a:solidFill>
                  <a:schemeClr val="bg1"/>
                </a:solidFill>
              </a:defRPr>
            </a:lvl5pPr>
            <a:lvl6pPr>
              <a:buClr>
                <a:srgbClr val="0096DF"/>
              </a:buClr>
              <a:defRPr sz="1400">
                <a:solidFill>
                  <a:schemeClr val="bg1"/>
                </a:solidFill>
              </a:defRPr>
            </a:lvl6pPr>
            <a:lvl7pPr>
              <a:buClr>
                <a:srgbClr val="0096DF"/>
              </a:buClr>
              <a:defRPr sz="1400">
                <a:solidFill>
                  <a:schemeClr val="bg1"/>
                </a:solidFill>
              </a:defRPr>
            </a:lvl7pPr>
            <a:lvl8pPr>
              <a:buClr>
                <a:srgbClr val="0096DF"/>
              </a:buClr>
              <a:defRPr sz="1400">
                <a:solidFill>
                  <a:schemeClr val="bg1"/>
                </a:solidFill>
              </a:defRPr>
            </a:lvl8pPr>
            <a:lvl9pPr>
              <a:buClr>
                <a:srgbClr val="0096DF"/>
              </a:buClr>
              <a:defRPr sz="1400">
                <a:solidFill>
                  <a:schemeClr val="bg1"/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41F20119-B844-71D1-2821-10DEBDA54B79}"/>
              </a:ext>
            </a:extLst>
          </p:cNvPr>
          <p:cNvSpPr>
            <a:spLocks noGrp="1"/>
          </p:cNvSpPr>
          <p:nvPr>
            <p:ph sz="half" idx="24"/>
          </p:nvPr>
        </p:nvSpPr>
        <p:spPr>
          <a:xfrm>
            <a:off x="8276879" y="1450471"/>
            <a:ext cx="3438144" cy="341632"/>
          </a:xfrm>
          <a:prstGeom prst="rect">
            <a:avLst/>
          </a:prstGeom>
        </p:spPr>
        <p:txBody>
          <a:bodyPr/>
          <a:lstStyle>
            <a:lvl1pPr marL="173736" indent="-173736">
              <a:lnSpc>
                <a:spcPct val="90000"/>
              </a:lnSpc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1pPr>
            <a:lvl2pPr marL="376238" indent="-204788">
              <a:lnSpc>
                <a:spcPct val="100000"/>
              </a:lnSpc>
              <a:buSzPct val="90000"/>
              <a:buFont typeface="Wingdings" pitchFamily="2" charset="2"/>
              <a:buChar char="§"/>
              <a:defRPr sz="1600">
                <a:solidFill>
                  <a:schemeClr val="bg1"/>
                </a:solidFill>
              </a:defRPr>
            </a:lvl2pPr>
            <a:lvl3pPr marL="627063" indent="-185738">
              <a:lnSpc>
                <a:spcPct val="100000"/>
              </a:lnSpc>
              <a:buFont typeface="System Font Regular"/>
              <a:buChar char="–"/>
              <a:defRPr sz="1600">
                <a:solidFill>
                  <a:schemeClr val="bg1"/>
                </a:solidFill>
              </a:defRPr>
            </a:lvl3pPr>
            <a:lvl4pPr marL="914400" indent="-285750">
              <a:lnSpc>
                <a:spcPct val="100000"/>
              </a:lnSpc>
              <a:buClr>
                <a:srgbClr val="0096DF"/>
              </a:buClr>
              <a:buFont typeface="System Font Regular"/>
              <a:buChar char="–"/>
              <a:defRPr sz="1400">
                <a:solidFill>
                  <a:schemeClr val="bg1"/>
                </a:solidFill>
              </a:defRPr>
            </a:lvl4pPr>
            <a:lvl5pPr marL="957263" indent="-163513">
              <a:lnSpc>
                <a:spcPct val="100000"/>
              </a:lnSpc>
              <a:buClr>
                <a:srgbClr val="0096DF"/>
              </a:buClr>
              <a:buFont typeface="System Font Regular"/>
              <a:buChar char="–"/>
              <a:defRPr sz="1400">
                <a:solidFill>
                  <a:schemeClr val="bg1"/>
                </a:solidFill>
              </a:defRPr>
            </a:lvl5pPr>
            <a:lvl6pPr>
              <a:buClr>
                <a:srgbClr val="0096DF"/>
              </a:buClr>
              <a:defRPr sz="1400">
                <a:solidFill>
                  <a:schemeClr val="bg1"/>
                </a:solidFill>
              </a:defRPr>
            </a:lvl6pPr>
            <a:lvl7pPr>
              <a:buClr>
                <a:srgbClr val="0096DF"/>
              </a:buClr>
              <a:defRPr sz="1400">
                <a:solidFill>
                  <a:schemeClr val="bg1"/>
                </a:solidFill>
              </a:defRPr>
            </a:lvl7pPr>
            <a:lvl8pPr>
              <a:buClr>
                <a:srgbClr val="0096DF"/>
              </a:buClr>
              <a:defRPr sz="1400">
                <a:solidFill>
                  <a:schemeClr val="bg1"/>
                </a:solidFill>
              </a:defRPr>
            </a:lvl8pPr>
            <a:lvl9pPr>
              <a:buClr>
                <a:srgbClr val="0096DF"/>
              </a:buClr>
              <a:defRPr sz="1400">
                <a:solidFill>
                  <a:schemeClr val="bg1"/>
                </a:solidFill>
              </a:defRPr>
            </a:lvl9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454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Inside_Page_Heade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F638A4-2C93-2599-68CB-1234157AAD82}"/>
              </a:ext>
            </a:extLst>
          </p:cNvPr>
          <p:cNvSpPr/>
          <p:nvPr userDrawn="1"/>
        </p:nvSpPr>
        <p:spPr>
          <a:xfrm>
            <a:off x="0" y="3593101"/>
            <a:ext cx="6096000" cy="2777837"/>
          </a:xfrm>
          <a:prstGeom prst="rect">
            <a:avLst/>
          </a:prstGeom>
          <a:solidFill>
            <a:srgbClr val="000000">
              <a:alpha val="2797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FDF9B1-1309-C754-9F91-1605B4976416}"/>
              </a:ext>
            </a:extLst>
          </p:cNvPr>
          <p:cNvSpPr/>
          <p:nvPr userDrawn="1"/>
        </p:nvSpPr>
        <p:spPr>
          <a:xfrm>
            <a:off x="6096767" y="682445"/>
            <a:ext cx="6096000" cy="2910656"/>
          </a:xfrm>
          <a:prstGeom prst="rect">
            <a:avLst/>
          </a:prstGeom>
          <a:solidFill>
            <a:srgbClr val="000000">
              <a:alpha val="2797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 userDrawn="1">
            <p:ph type="sldNum" sz="quarter" idx="10"/>
          </p:nvPr>
        </p:nvSpPr>
        <p:spPr>
          <a:xfrm>
            <a:off x="8075613" y="6564405"/>
            <a:ext cx="3619500" cy="293595"/>
          </a:xfrm>
        </p:spPr>
        <p:txBody>
          <a:bodyPr anchor="t"/>
          <a:lstStyle>
            <a:lvl1pPr>
              <a:defRPr sz="90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	</a:t>
            </a:r>
            <a:fld id="{38B90DFD-62DE-414E-A22E-C1FEAF91FE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493712" y="6564405"/>
            <a:ext cx="5595937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defTabSz="820492" eaLnBrk="0" hangingPunct="0"/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Copyright © Boeing. All rights reserved.</a:t>
            </a:r>
          </a:p>
        </p:txBody>
      </p:sp>
      <p:sp>
        <p:nvSpPr>
          <p:cNvPr id="8" name="Footer Placeholder 82">
            <a:extLst>
              <a:ext uri="{FF2B5EF4-FFF2-40B4-BE49-F238E27FC236}">
                <a16:creationId xmlns:a16="http://schemas.microsoft.com/office/drawing/2014/main" id="{E14DACB7-6934-474B-A533-D4469DADD0A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0371" y="6564405"/>
            <a:ext cx="4266089" cy="293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BOEING PROPRIETARY</a:t>
            </a:r>
          </a:p>
        </p:txBody>
      </p:sp>
      <p:sp>
        <p:nvSpPr>
          <p:cNvPr id="5" name="Brochure">
            <a:extLst>
              <a:ext uri="{FF2B5EF4-FFF2-40B4-BE49-F238E27FC236}">
                <a16:creationId xmlns:a16="http://schemas.microsoft.com/office/drawing/2014/main" id="{0FED1EB7-E91F-075E-AAF5-8FE15EF0F1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89649" y="75141"/>
            <a:ext cx="5605463" cy="54864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7023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2pPr>
            <a:lvl3pPr marL="372314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3pPr>
            <a:lvl4pPr marL="56107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4pPr>
            <a:lvl5pPr marL="74636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5pPr>
          </a:lstStyle>
          <a:p>
            <a:pPr lvl="0"/>
            <a:r>
              <a:rPr lang="en-US" dirty="0"/>
              <a:t>Boeing Product Development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9B2EBD7B-93B2-044A-3D2A-426219D12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6089" y="125567"/>
            <a:ext cx="4907316" cy="548640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here  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F61428-5D77-4AE4-A414-EC5BC623317F}"/>
              </a:ext>
            </a:extLst>
          </p:cNvPr>
          <p:cNvCxnSpPr>
            <a:cxnSpLocks/>
          </p:cNvCxnSpPr>
          <p:nvPr userDrawn="1"/>
        </p:nvCxnSpPr>
        <p:spPr>
          <a:xfrm flipV="1">
            <a:off x="6089649" y="682445"/>
            <a:ext cx="0" cy="5688493"/>
          </a:xfrm>
          <a:prstGeom prst="line">
            <a:avLst/>
          </a:prstGeom>
          <a:ln w="15875" cap="rnd" cmpd="sng">
            <a:gradFill flip="none" rotWithShape="1">
              <a:gsLst>
                <a:gs pos="0">
                  <a:schemeClr val="accent3">
                    <a:lumMod val="67000"/>
                  </a:schemeClr>
                </a:gs>
                <a:gs pos="48000">
                  <a:schemeClr val="accent3">
                    <a:lumMod val="97000"/>
                    <a:lumOff val="3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D590B6D-D429-C207-7DD9-B251F0EF5E22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593101"/>
            <a:ext cx="12201005" cy="0"/>
          </a:xfrm>
          <a:prstGeom prst="line">
            <a:avLst/>
          </a:prstGeom>
          <a:ln w="15875" cap="rnd" cmpd="sng">
            <a:gradFill flip="none" rotWithShape="1">
              <a:gsLst>
                <a:gs pos="0">
                  <a:schemeClr val="accent3">
                    <a:lumMod val="67000"/>
                  </a:schemeClr>
                </a:gs>
                <a:gs pos="48000">
                  <a:schemeClr val="accent3">
                    <a:lumMod val="97000"/>
                    <a:lumOff val="3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3EFF8260-6B33-949A-84FB-AAF3EA7EB1A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2645" y="964276"/>
            <a:ext cx="5259170" cy="36933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0E7AD41B-72A7-F2D0-97E6-BED3ACCCDFE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437530" y="964276"/>
            <a:ext cx="5259170" cy="369332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EC7DFB54-71DE-D0CF-C449-004C637DEBE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9379" y="3817792"/>
            <a:ext cx="5259170" cy="369332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8AAA2291-6EDE-7889-1449-115F876BC51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37530" y="3817792"/>
            <a:ext cx="5259170" cy="369332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4pPr marL="628650" indent="0">
              <a:buNone/>
              <a:defRPr/>
            </a:lvl4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D769C9C9-D807-2EEE-183C-631EBDB68A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4510" y="1450082"/>
            <a:ext cx="5255187" cy="341632"/>
          </a:xfrm>
          <a:prstGeom prst="rect">
            <a:avLst/>
          </a:prstGeom>
        </p:spPr>
        <p:txBody>
          <a:bodyPr/>
          <a:lstStyle>
            <a:lvl1pPr marL="169863" indent="-169863"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1pPr>
            <a:lvl2pPr>
              <a:buSzPct val="90000"/>
              <a:defRPr sz="1600">
                <a:solidFill>
                  <a:schemeClr val="bg1"/>
                </a:solidFill>
              </a:defRPr>
            </a:lvl2pPr>
            <a:lvl3pPr marL="627063" indent="-185738">
              <a:buFont typeface="System Font Regular"/>
              <a:buChar char="–"/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buClr>
                <a:srgbClr val="0096DF"/>
              </a:buClr>
              <a:defRPr sz="1400">
                <a:solidFill>
                  <a:schemeClr val="bg1"/>
                </a:solidFill>
              </a:defRPr>
            </a:lvl5pPr>
            <a:lvl6pPr>
              <a:buClr>
                <a:srgbClr val="0096DF"/>
              </a:buClr>
              <a:defRPr sz="1400">
                <a:solidFill>
                  <a:schemeClr val="bg1"/>
                </a:solidFill>
              </a:defRPr>
            </a:lvl6pPr>
            <a:lvl7pPr>
              <a:buClr>
                <a:srgbClr val="0096DF"/>
              </a:buClr>
              <a:defRPr sz="1400">
                <a:solidFill>
                  <a:schemeClr val="bg1"/>
                </a:solidFill>
              </a:defRPr>
            </a:lvl7pPr>
            <a:lvl8pPr>
              <a:buClr>
                <a:srgbClr val="0096DF"/>
              </a:buClr>
              <a:defRPr sz="1400">
                <a:solidFill>
                  <a:schemeClr val="bg1"/>
                </a:solidFill>
              </a:defRPr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99BCCFB-980D-B261-72ED-1EA68483DD46}"/>
              </a:ext>
            </a:extLst>
          </p:cNvPr>
          <p:cNvSpPr>
            <a:spLocks noGrp="1"/>
          </p:cNvSpPr>
          <p:nvPr>
            <p:ph sz="half" idx="35"/>
          </p:nvPr>
        </p:nvSpPr>
        <p:spPr>
          <a:xfrm>
            <a:off x="6435043" y="1450082"/>
            <a:ext cx="5255187" cy="341632"/>
          </a:xfrm>
          <a:prstGeom prst="rect">
            <a:avLst/>
          </a:prstGeom>
        </p:spPr>
        <p:txBody>
          <a:bodyPr/>
          <a:lstStyle>
            <a:lvl1pPr marL="169863" indent="-169863"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1pPr>
            <a:lvl2pPr>
              <a:buSzPct val="90000"/>
              <a:defRPr sz="1600">
                <a:solidFill>
                  <a:schemeClr val="bg1"/>
                </a:solidFill>
              </a:defRPr>
            </a:lvl2pPr>
            <a:lvl3pPr marL="627063" indent="-185738">
              <a:buFont typeface="System Font Regular"/>
              <a:buChar char="–"/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buClr>
                <a:srgbClr val="0096DF"/>
              </a:buClr>
              <a:defRPr sz="1400">
                <a:solidFill>
                  <a:schemeClr val="bg1"/>
                </a:solidFill>
              </a:defRPr>
            </a:lvl5pPr>
            <a:lvl6pPr>
              <a:buClr>
                <a:srgbClr val="0096DF"/>
              </a:buClr>
              <a:defRPr sz="1400">
                <a:solidFill>
                  <a:schemeClr val="bg1"/>
                </a:solidFill>
              </a:defRPr>
            </a:lvl6pPr>
            <a:lvl7pPr>
              <a:buClr>
                <a:srgbClr val="0096DF"/>
              </a:buClr>
              <a:defRPr sz="1400">
                <a:solidFill>
                  <a:schemeClr val="bg1"/>
                </a:solidFill>
              </a:defRPr>
            </a:lvl7pPr>
            <a:lvl8pPr>
              <a:buClr>
                <a:srgbClr val="0096DF"/>
              </a:buClr>
              <a:defRPr sz="1400">
                <a:solidFill>
                  <a:schemeClr val="bg1"/>
                </a:solidFill>
              </a:defRPr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78594BD-897E-2FE5-6F9E-B5E3E6CD6A47}"/>
              </a:ext>
            </a:extLst>
          </p:cNvPr>
          <p:cNvSpPr>
            <a:spLocks noGrp="1"/>
          </p:cNvSpPr>
          <p:nvPr>
            <p:ph sz="half" idx="36"/>
          </p:nvPr>
        </p:nvSpPr>
        <p:spPr>
          <a:xfrm>
            <a:off x="6437530" y="4311816"/>
            <a:ext cx="5255187" cy="341632"/>
          </a:xfrm>
          <a:prstGeom prst="rect">
            <a:avLst/>
          </a:prstGeom>
        </p:spPr>
        <p:txBody>
          <a:bodyPr/>
          <a:lstStyle>
            <a:lvl1pPr marL="169863" indent="-169863"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1pPr>
            <a:lvl2pPr>
              <a:buSzPct val="90000"/>
              <a:defRPr sz="1600">
                <a:solidFill>
                  <a:schemeClr val="bg1"/>
                </a:solidFill>
              </a:defRPr>
            </a:lvl2pPr>
            <a:lvl3pPr marL="627063" indent="-185738">
              <a:buFont typeface="System Font Regular"/>
              <a:buChar char="–"/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buClr>
                <a:srgbClr val="0096DF"/>
              </a:buClr>
              <a:defRPr sz="1400">
                <a:solidFill>
                  <a:schemeClr val="bg1"/>
                </a:solidFill>
              </a:defRPr>
            </a:lvl5pPr>
            <a:lvl6pPr>
              <a:buClr>
                <a:srgbClr val="0096DF"/>
              </a:buClr>
              <a:defRPr sz="1400">
                <a:solidFill>
                  <a:schemeClr val="bg1"/>
                </a:solidFill>
              </a:defRPr>
            </a:lvl6pPr>
            <a:lvl7pPr>
              <a:buClr>
                <a:srgbClr val="0096DF"/>
              </a:buClr>
              <a:defRPr sz="1400">
                <a:solidFill>
                  <a:schemeClr val="bg1"/>
                </a:solidFill>
              </a:defRPr>
            </a:lvl7pPr>
            <a:lvl8pPr>
              <a:buClr>
                <a:srgbClr val="0096DF"/>
              </a:buClr>
              <a:defRPr sz="1400">
                <a:solidFill>
                  <a:schemeClr val="bg1"/>
                </a:solidFill>
              </a:defRPr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00CA0B9-81AD-D62B-C887-5FF197034879}"/>
              </a:ext>
            </a:extLst>
          </p:cNvPr>
          <p:cNvSpPr>
            <a:spLocks noGrp="1"/>
          </p:cNvSpPr>
          <p:nvPr>
            <p:ph sz="half" idx="37"/>
          </p:nvPr>
        </p:nvSpPr>
        <p:spPr>
          <a:xfrm>
            <a:off x="469379" y="4311816"/>
            <a:ext cx="5255187" cy="341632"/>
          </a:xfrm>
          <a:prstGeom prst="rect">
            <a:avLst/>
          </a:prstGeom>
        </p:spPr>
        <p:txBody>
          <a:bodyPr/>
          <a:lstStyle>
            <a:lvl1pPr marL="169863" indent="-169863"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1pPr>
            <a:lvl2pPr>
              <a:buSzPct val="90000"/>
              <a:defRPr sz="1600">
                <a:solidFill>
                  <a:schemeClr val="bg1"/>
                </a:solidFill>
              </a:defRPr>
            </a:lvl2pPr>
            <a:lvl3pPr marL="627063" indent="-185738">
              <a:buFont typeface="System Font Regular"/>
              <a:buChar char="–"/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buClr>
                <a:srgbClr val="0096DF"/>
              </a:buClr>
              <a:defRPr sz="1400">
                <a:solidFill>
                  <a:schemeClr val="bg1"/>
                </a:solidFill>
              </a:defRPr>
            </a:lvl5pPr>
            <a:lvl6pPr>
              <a:buClr>
                <a:srgbClr val="0096DF"/>
              </a:buClr>
              <a:defRPr sz="1400">
                <a:solidFill>
                  <a:schemeClr val="bg1"/>
                </a:solidFill>
              </a:defRPr>
            </a:lvl6pPr>
            <a:lvl7pPr>
              <a:buClr>
                <a:srgbClr val="0096DF"/>
              </a:buClr>
              <a:defRPr sz="1400">
                <a:solidFill>
                  <a:schemeClr val="bg1"/>
                </a:solidFill>
              </a:defRPr>
            </a:lvl7pPr>
            <a:lvl8pPr>
              <a:buClr>
                <a:srgbClr val="0096DF"/>
              </a:buClr>
              <a:defRPr sz="1400">
                <a:solidFill>
                  <a:schemeClr val="bg1"/>
                </a:solidFill>
              </a:defRPr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850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side_Page_No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 userDrawn="1">
            <p:ph type="sldNum" sz="quarter" idx="10"/>
          </p:nvPr>
        </p:nvSpPr>
        <p:spPr>
          <a:xfrm>
            <a:off x="8075613" y="6564405"/>
            <a:ext cx="3619500" cy="293595"/>
          </a:xfrm>
        </p:spPr>
        <p:txBody>
          <a:bodyPr anchor="t"/>
          <a:lstStyle>
            <a:lvl1pPr>
              <a:defRPr sz="90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	</a:t>
            </a:r>
            <a:fld id="{38B90DFD-62DE-414E-A22E-C1FEAF91FE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493712" y="6564405"/>
            <a:ext cx="5595937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defTabSz="820492" eaLnBrk="0" hangingPunct="0"/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Copyright © Boeing. All rights reserved.</a:t>
            </a:r>
          </a:p>
        </p:txBody>
      </p:sp>
      <p:sp>
        <p:nvSpPr>
          <p:cNvPr id="8" name="Footer Placeholder 82">
            <a:extLst>
              <a:ext uri="{FF2B5EF4-FFF2-40B4-BE49-F238E27FC236}">
                <a16:creationId xmlns:a16="http://schemas.microsoft.com/office/drawing/2014/main" id="{E14DACB7-6934-474B-A533-D4469DADD0A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0371" y="6564405"/>
            <a:ext cx="4266089" cy="293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BOEING PROPRIETARY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9F6100B-0820-7C23-1A09-26256E7443A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06089" y="914400"/>
            <a:ext cx="11289024" cy="1803571"/>
          </a:xfrm>
          <a:prstGeom prst="rect">
            <a:avLst/>
          </a:prstGeom>
          <a:noFill/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</a:defRPr>
            </a:lvl1pPr>
            <a:lvl2pPr marL="51435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rgbClr val="253546"/>
                </a:solidFill>
              </a:defRPr>
            </a:lvl2pPr>
            <a:lvl3pPr marL="784225" indent="-342900">
              <a:lnSpc>
                <a:spcPct val="100000"/>
              </a:lnSpc>
              <a:buSzPct val="90000"/>
              <a:buFont typeface="Wingdings" pitchFamily="2" charset="2"/>
              <a:buChar char="§"/>
              <a:defRPr sz="2000">
                <a:solidFill>
                  <a:srgbClr val="253546"/>
                </a:solidFill>
              </a:defRPr>
            </a:lvl3pPr>
            <a:lvl4pPr marL="914400" indent="-285750">
              <a:lnSpc>
                <a:spcPct val="100000"/>
              </a:lnSpc>
              <a:buFont typeface="System Font Regular"/>
              <a:buChar char="–"/>
              <a:defRPr sz="1800">
                <a:solidFill>
                  <a:srgbClr val="253546"/>
                </a:solidFill>
              </a:defRPr>
            </a:lvl4pPr>
            <a:lvl5pPr marL="957263" indent="-163513">
              <a:lnSpc>
                <a:spcPct val="100000"/>
              </a:lnSpc>
              <a:buFont typeface="Wingdings" pitchFamily="2" charset="2"/>
              <a:buChar char="§"/>
              <a:defRPr sz="1600">
                <a:solidFill>
                  <a:srgbClr val="25354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Brochure">
            <a:extLst>
              <a:ext uri="{FF2B5EF4-FFF2-40B4-BE49-F238E27FC236}">
                <a16:creationId xmlns:a16="http://schemas.microsoft.com/office/drawing/2014/main" id="{C758C01D-BD0B-6ACC-093C-864883A0DA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89649" y="75141"/>
            <a:ext cx="5605463" cy="54864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7023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2pPr>
            <a:lvl3pPr marL="372314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3pPr>
            <a:lvl4pPr marL="56107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4pPr>
            <a:lvl5pPr marL="74636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5pPr>
          </a:lstStyle>
          <a:p>
            <a:pPr lvl="0"/>
            <a:r>
              <a:rPr lang="en-US" dirty="0"/>
              <a:t>Boeing Product Development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254B38C0-B302-AEC9-BB38-2E00E2184E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6089" y="125567"/>
            <a:ext cx="4907316" cy="548640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Title here   </a:t>
            </a:r>
          </a:p>
        </p:txBody>
      </p:sp>
    </p:spTree>
    <p:extLst>
      <p:ext uri="{BB962C8B-B14F-4D97-AF65-F5344CB8AC3E}">
        <p14:creationId xmlns:p14="http://schemas.microsoft.com/office/powerpoint/2010/main" val="3078314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side_Page_Image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CF1983C6-991F-D303-470F-D805EA249B0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6097887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419C16-8B75-EA08-8224-3709D5279D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9175" y="0"/>
            <a:ext cx="6089649" cy="6860681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 userDrawn="1">
            <p:ph type="sldNum" sz="quarter" idx="10"/>
          </p:nvPr>
        </p:nvSpPr>
        <p:spPr>
          <a:xfrm>
            <a:off x="8075613" y="6564405"/>
            <a:ext cx="3619500" cy="293595"/>
          </a:xfrm>
        </p:spPr>
        <p:txBody>
          <a:bodyPr anchor="t"/>
          <a:lstStyle>
            <a:lvl1pPr>
              <a:defRPr sz="90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	</a:t>
            </a:r>
            <a:fld id="{38B90DFD-62DE-414E-A22E-C1FEAF91FE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493712" y="6564405"/>
            <a:ext cx="5595937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defTabSz="820492" eaLnBrk="0" hangingPunct="0"/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Copyright © Boeing. All rights reserved.</a:t>
            </a:r>
          </a:p>
        </p:txBody>
      </p:sp>
      <p:sp>
        <p:nvSpPr>
          <p:cNvPr id="2" name="Brochure">
            <a:extLst>
              <a:ext uri="{FF2B5EF4-FFF2-40B4-BE49-F238E27FC236}">
                <a16:creationId xmlns:a16="http://schemas.microsoft.com/office/drawing/2014/main" id="{133100B3-D05A-8520-3090-9AF1561C85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89649" y="75141"/>
            <a:ext cx="5605463" cy="54864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7023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2pPr>
            <a:lvl3pPr marL="372314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3pPr>
            <a:lvl4pPr marL="56107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4pPr>
            <a:lvl5pPr marL="74636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5pPr>
          </a:lstStyle>
          <a:p>
            <a:pPr lvl="0"/>
            <a:r>
              <a:rPr lang="en-US" dirty="0"/>
              <a:t>Boeing Product Development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3786CF-8620-CCE7-5136-7C12DFC9AF4B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502089" y="914400"/>
            <a:ext cx="5205503" cy="1834348"/>
          </a:xfrm>
          <a:prstGeom prst="rect">
            <a:avLst/>
          </a:prstGeom>
          <a:noFill/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bg1"/>
                </a:solidFill>
              </a:defRPr>
            </a:lvl1pPr>
            <a:lvl2pPr marL="51435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</a:defRPr>
            </a:lvl2pPr>
            <a:lvl3pPr marL="784225" indent="-342900">
              <a:lnSpc>
                <a:spcPct val="100000"/>
              </a:lnSpc>
              <a:buSzPct val="90000"/>
              <a:buFont typeface="Wingdings" pitchFamily="2" charset="2"/>
              <a:buChar char="§"/>
              <a:defRPr sz="2000">
                <a:solidFill>
                  <a:schemeClr val="bg1"/>
                </a:solidFill>
              </a:defRPr>
            </a:lvl3pPr>
            <a:lvl4pPr marL="914400" indent="-285750">
              <a:lnSpc>
                <a:spcPct val="100000"/>
              </a:lnSpc>
              <a:buFont typeface="System Font Regular"/>
              <a:buChar char="–"/>
              <a:defRPr sz="1800">
                <a:solidFill>
                  <a:schemeClr val="bg1"/>
                </a:solidFill>
              </a:defRPr>
            </a:lvl4pPr>
            <a:lvl5pPr marL="957263" indent="-163513">
              <a:lnSpc>
                <a:spcPct val="100000"/>
              </a:lnSpc>
              <a:buClr>
                <a:srgbClr val="0096DF"/>
              </a:buClr>
              <a:buFont typeface="System Font Regular"/>
              <a:buChar char="–"/>
              <a:defRPr sz="1600">
                <a:solidFill>
                  <a:schemeClr val="bg1"/>
                </a:solidFill>
              </a:defRPr>
            </a:lvl5pPr>
            <a:lvl6pPr marL="1414463" indent="-163513">
              <a:buClr>
                <a:srgbClr val="0096DF"/>
              </a:buClr>
              <a:buFont typeface="System Font Regular"/>
              <a:buChar char="–"/>
              <a:defRPr>
                <a:solidFill>
                  <a:schemeClr val="bg1"/>
                </a:solidFill>
              </a:defRPr>
            </a:lvl6pPr>
            <a:lvl7pPr marL="1871663" indent="-163513">
              <a:buClr>
                <a:srgbClr val="0096DF"/>
              </a:buClr>
              <a:buFont typeface="System Font Regular"/>
              <a:buChar char="–"/>
              <a:defRPr>
                <a:solidFill>
                  <a:schemeClr val="bg1"/>
                </a:solidFill>
              </a:defRPr>
            </a:lvl7pPr>
            <a:lvl8pPr marL="2328863" indent="-163513">
              <a:buClr>
                <a:srgbClr val="0096DF"/>
              </a:buClr>
              <a:buFont typeface="System Font Regular"/>
              <a:buChar char="–"/>
              <a:defRPr>
                <a:solidFill>
                  <a:schemeClr val="bg1"/>
                </a:solidFill>
              </a:defRPr>
            </a:lvl8pPr>
            <a:lvl9pPr marL="2786063" indent="-163513">
              <a:buClr>
                <a:srgbClr val="0096DF"/>
              </a:buClr>
              <a:buFont typeface="System Font Regular"/>
              <a:buChar char="–"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2998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 userDrawn="1">
            <p:ph type="sldNum" sz="quarter" idx="10"/>
          </p:nvPr>
        </p:nvSpPr>
        <p:spPr>
          <a:xfrm>
            <a:off x="8075613" y="6564405"/>
            <a:ext cx="3619500" cy="293595"/>
          </a:xfrm>
        </p:spPr>
        <p:txBody>
          <a:bodyPr anchor="t"/>
          <a:lstStyle>
            <a:lvl1pPr>
              <a:defRPr sz="90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	</a:t>
            </a:r>
            <a:fld id="{38B90DFD-62DE-414E-A22E-C1FEAF91FE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493712" y="6564405"/>
            <a:ext cx="5595937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defTabSz="820492" eaLnBrk="0" hangingPunct="0"/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Copyright © Boeing. All rights reserved.</a:t>
            </a:r>
          </a:p>
        </p:txBody>
      </p:sp>
      <p:sp>
        <p:nvSpPr>
          <p:cNvPr id="8" name="Footer Placeholder 82">
            <a:extLst>
              <a:ext uri="{FF2B5EF4-FFF2-40B4-BE49-F238E27FC236}">
                <a16:creationId xmlns:a16="http://schemas.microsoft.com/office/drawing/2014/main" id="{E14DACB7-6934-474B-A533-D4469DADD0A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0371" y="6564405"/>
            <a:ext cx="4266089" cy="293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BOEING PROPRIETARY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1BED2A2-06CB-AEDF-CD12-66D113727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14" y="2400300"/>
            <a:ext cx="11201400" cy="2057400"/>
          </a:xfrm>
          <a:prstGeom prst="rect">
            <a:avLst/>
          </a:prstGeom>
        </p:spPr>
        <p:txBody>
          <a:bodyPr anchor="ctr"/>
          <a:lstStyle>
            <a:lvl1pPr algn="ctr">
              <a:defRPr sz="48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48pt 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56100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 userDrawn="1">
            <p:ph type="sldNum" sz="quarter" idx="10"/>
          </p:nvPr>
        </p:nvSpPr>
        <p:spPr>
          <a:xfrm>
            <a:off x="8075613" y="6564405"/>
            <a:ext cx="3619500" cy="293595"/>
          </a:xfrm>
        </p:spPr>
        <p:txBody>
          <a:bodyPr anchor="t"/>
          <a:lstStyle>
            <a:lvl1pPr>
              <a:defRPr sz="90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	</a:t>
            </a:r>
            <a:fld id="{38B90DFD-62DE-414E-A22E-C1FEAF91FE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493712" y="6564405"/>
            <a:ext cx="5595937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defTabSz="820492" eaLnBrk="0" hangingPunct="0"/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Copyright © Boeing. All rights reserved.</a:t>
            </a:r>
          </a:p>
        </p:txBody>
      </p:sp>
      <p:sp>
        <p:nvSpPr>
          <p:cNvPr id="8" name="Footer Placeholder 82">
            <a:extLst>
              <a:ext uri="{FF2B5EF4-FFF2-40B4-BE49-F238E27FC236}">
                <a16:creationId xmlns:a16="http://schemas.microsoft.com/office/drawing/2014/main" id="{E14DACB7-6934-474B-A533-D4469DADD0A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0371" y="6564405"/>
            <a:ext cx="4266089" cy="293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BOEING PROPRIETARY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1BED2A2-06CB-AEDF-CD12-66D113727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14" y="2400300"/>
            <a:ext cx="11201400" cy="2057400"/>
          </a:xfrm>
          <a:prstGeom prst="rect">
            <a:avLst/>
          </a:prstGeom>
        </p:spPr>
        <p:txBody>
          <a:bodyPr anchor="ctr"/>
          <a:lstStyle>
            <a:lvl1pPr algn="ctr">
              <a:defRPr sz="48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48pt 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8665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_Quot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 userDrawn="1">
            <p:ph type="sldNum" sz="quarter" idx="10"/>
          </p:nvPr>
        </p:nvSpPr>
        <p:spPr>
          <a:xfrm>
            <a:off x="8075613" y="6564405"/>
            <a:ext cx="3619500" cy="293595"/>
          </a:xfrm>
        </p:spPr>
        <p:txBody>
          <a:bodyPr anchor="t"/>
          <a:lstStyle>
            <a:lvl1pPr>
              <a:defRPr sz="90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	</a:t>
            </a:r>
            <a:fld id="{38B90DFD-62DE-414E-A22E-C1FEAF91FE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493712" y="6564405"/>
            <a:ext cx="5595937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defTabSz="820492" eaLnBrk="0" hangingPunct="0"/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Copyright © Boeing. All rights reserved.</a:t>
            </a:r>
          </a:p>
        </p:txBody>
      </p:sp>
      <p:sp>
        <p:nvSpPr>
          <p:cNvPr id="8" name="Footer Placeholder 82">
            <a:extLst>
              <a:ext uri="{FF2B5EF4-FFF2-40B4-BE49-F238E27FC236}">
                <a16:creationId xmlns:a16="http://schemas.microsoft.com/office/drawing/2014/main" id="{E14DACB7-6934-474B-A533-D4469DADD0A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0371" y="6564405"/>
            <a:ext cx="4266089" cy="293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BOEING PROPRIETARY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1BED2A2-06CB-AEDF-CD12-66D113727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14" y="914400"/>
            <a:ext cx="11201400" cy="5029200"/>
          </a:xfrm>
          <a:prstGeom prst="rect">
            <a:avLst/>
          </a:prstGeom>
        </p:spPr>
        <p:txBody>
          <a:bodyPr anchor="ctr"/>
          <a:lstStyle>
            <a:lvl1pPr algn="ctr">
              <a:defRPr sz="3600" b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36pt Click to edit Master quote style</a:t>
            </a:r>
          </a:p>
        </p:txBody>
      </p:sp>
    </p:spTree>
    <p:extLst>
      <p:ext uri="{BB962C8B-B14F-4D97-AF65-F5344CB8AC3E}">
        <p14:creationId xmlns:p14="http://schemas.microsoft.com/office/powerpoint/2010/main" val="1253171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side_Page_Solid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 userDrawn="1">
            <p:ph type="sldNum" sz="quarter" idx="10"/>
          </p:nvPr>
        </p:nvSpPr>
        <p:spPr>
          <a:xfrm>
            <a:off x="8075613" y="6564405"/>
            <a:ext cx="3619500" cy="293595"/>
          </a:xfrm>
        </p:spPr>
        <p:txBody>
          <a:bodyPr anchor="t"/>
          <a:lstStyle>
            <a:lvl1pPr>
              <a:defRPr sz="90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	</a:t>
            </a:r>
            <a:fld id="{38B90DFD-62DE-414E-A22E-C1FEAF91FE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493712" y="6564405"/>
            <a:ext cx="5595937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defTabSz="820492" eaLnBrk="0" hangingPunct="0"/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Copyright © Boeing. All rights reserved.</a:t>
            </a:r>
          </a:p>
        </p:txBody>
      </p:sp>
      <p:sp>
        <p:nvSpPr>
          <p:cNvPr id="8" name="Footer Placeholder 82">
            <a:extLst>
              <a:ext uri="{FF2B5EF4-FFF2-40B4-BE49-F238E27FC236}">
                <a16:creationId xmlns:a16="http://schemas.microsoft.com/office/drawing/2014/main" id="{E14DACB7-6934-474B-A533-D4469DADD0A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0371" y="6564405"/>
            <a:ext cx="4266089" cy="293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BOEING PROPRIETARY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D53018F-9927-59BA-7346-AA3448BE984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06089" y="914400"/>
            <a:ext cx="11289024" cy="1403461"/>
          </a:xfrm>
          <a:prstGeom prst="rect">
            <a:avLst/>
          </a:prstGeom>
          <a:noFill/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bg1"/>
                </a:solidFill>
              </a:defRPr>
            </a:lvl1pPr>
            <a:lvl2pPr marL="51435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</a:defRPr>
            </a:lvl2pPr>
            <a:lvl3pPr marL="784225" indent="-342900">
              <a:lnSpc>
                <a:spcPct val="100000"/>
              </a:lnSpc>
              <a:buSzPct val="90000"/>
              <a:buFont typeface="Wingdings" pitchFamily="2" charset="2"/>
              <a:buChar char="§"/>
              <a:defRPr sz="2000">
                <a:solidFill>
                  <a:schemeClr val="bg1"/>
                </a:solidFill>
              </a:defRPr>
            </a:lvl3pPr>
            <a:lvl4pPr marL="628650" indent="0">
              <a:lnSpc>
                <a:spcPct val="100000"/>
              </a:lnSpc>
              <a:buFont typeface="System Font Regular"/>
              <a:buNone/>
              <a:defRPr sz="1800">
                <a:solidFill>
                  <a:schemeClr val="bg1"/>
                </a:solidFill>
              </a:defRPr>
            </a:lvl4pPr>
            <a:lvl5pPr marL="957263" indent="-163513">
              <a:lnSpc>
                <a:spcPct val="100000"/>
              </a:lnSpc>
              <a:buFont typeface="Wingdings" pitchFamily="2" charset="2"/>
              <a:buChar char="§"/>
              <a:defRPr sz="1600"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Brochure">
            <a:extLst>
              <a:ext uri="{FF2B5EF4-FFF2-40B4-BE49-F238E27FC236}">
                <a16:creationId xmlns:a16="http://schemas.microsoft.com/office/drawing/2014/main" id="{CAD5B2A8-E2CF-AEEC-65BB-593BAF3E81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89649" y="75141"/>
            <a:ext cx="5605463" cy="54864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defRPr sz="14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7023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2pPr>
            <a:lvl3pPr marL="372314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3pPr>
            <a:lvl4pPr marL="56107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4pPr>
            <a:lvl5pPr marL="746360" indent="0">
              <a:buNone/>
              <a:defRPr sz="1364" b="1">
                <a:solidFill>
                  <a:srgbClr val="5B6770"/>
                </a:solidFill>
                <a:latin typeface="HelveticaNeueLT Std" pitchFamily="34" charset="0"/>
              </a:defRPr>
            </a:lvl5pPr>
          </a:lstStyle>
          <a:p>
            <a:pPr lvl="0"/>
            <a:r>
              <a:rPr lang="en-US" dirty="0"/>
              <a:t>Boeing Product Development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52A07D9-B820-BC5B-74FD-08488F4B89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6089" y="125567"/>
            <a:ext cx="4907316" cy="548640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here   </a:t>
            </a:r>
          </a:p>
        </p:txBody>
      </p:sp>
    </p:spTree>
    <p:extLst>
      <p:ext uri="{BB962C8B-B14F-4D97-AF65-F5344CB8AC3E}">
        <p14:creationId xmlns:p14="http://schemas.microsoft.com/office/powerpoint/2010/main" val="760281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gn off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98F2BA-2FD9-1E46-B262-2947E2E462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2793" y="2907323"/>
            <a:ext cx="4466414" cy="104335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E7AF2F4-22B3-6DCF-A165-65103072D1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3712" y="6564405"/>
            <a:ext cx="5595937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defTabSz="820492" eaLnBrk="0" hangingPunct="0"/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Copyright © Boeing.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32792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840A1E14-F859-2E42-874C-0CA7346136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40633" y="6362700"/>
            <a:ext cx="1554480" cy="9144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rgbClr val="A3AAAE"/>
                </a:solidFill>
              </a:defRPr>
            </a:lvl1pPr>
          </a:lstStyle>
          <a:p>
            <a:fld id="{48FFE6E1-85EB-9E42-824B-7CC9267ED8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3F1449-CE17-2AA5-71BF-DAB4A0C1A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DA3237-3C0A-981C-E989-24AE14E39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726627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5096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9" r:id="rId1"/>
    <p:sldLayoutId id="2147484148" r:id="rId2"/>
    <p:sldLayoutId id="2147484154" r:id="rId3"/>
    <p:sldLayoutId id="2147484152" r:id="rId4"/>
    <p:sldLayoutId id="2147484151" r:id="rId5"/>
    <p:sldLayoutId id="2147484155" r:id="rId6"/>
    <p:sldLayoutId id="2147484156" r:id="rId7"/>
    <p:sldLayoutId id="2147484158" r:id="rId8"/>
    <p:sldLayoutId id="2147484159" r:id="rId9"/>
    <p:sldLayoutId id="2147484160" r:id="rId10"/>
    <p:sldLayoutId id="2147484153" r:id="rId11"/>
    <p:sldLayoutId id="2147484127" r:id="rId12"/>
    <p:sldLayoutId id="2147484143" r:id="rId13"/>
    <p:sldLayoutId id="2147484150" r:id="rId14"/>
    <p:sldLayoutId id="2147484149" r:id="rId15"/>
    <p:sldLayoutId id="2147484147" r:id="rId16"/>
    <p:sldLayoutId id="214748412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+mj-lt"/>
          <a:ea typeface="+mj-ea"/>
          <a:cs typeface="+mj-cs"/>
        </a:defRPr>
      </a:lvl1pPr>
      <a:lvl2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2pPr>
      <a:lvl3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3pPr>
      <a:lvl4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4pPr>
      <a:lvl5pPr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5pPr>
      <a:lvl6pPr marL="4572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6pPr>
      <a:lvl7pPr marL="9144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7pPr>
      <a:lvl8pPr marL="13716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8pPr>
      <a:lvl9pPr marL="1828800" algn="l" defTabSz="102076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9pPr>
    </p:titleStyle>
    <p:bodyStyle>
      <a:lvl1pPr marL="169863" indent="-16986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rgbClr val="0096DF"/>
        </a:buClr>
        <a:buFont typeface="Arial" panose="020B0604020202020204" pitchFamily="34" charset="0"/>
        <a:buChar char="•"/>
        <a:defRPr sz="2200" b="1">
          <a:solidFill>
            <a:schemeClr val="accent1"/>
          </a:solidFill>
          <a:latin typeface="+mn-lt"/>
          <a:ea typeface="+mn-ea"/>
          <a:cs typeface="+mn-cs"/>
        </a:defRPr>
      </a:lvl1pPr>
      <a:lvl2pPr marL="376238" indent="-204788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rgbClr val="0096DF"/>
        </a:buClr>
        <a:buSzPct val="90000"/>
        <a:buFont typeface="Wingdings" pitchFamily="2" charset="2"/>
        <a:buChar char="§"/>
        <a:defRPr sz="2000">
          <a:solidFill>
            <a:srgbClr val="253746"/>
          </a:solidFill>
          <a:latin typeface="+mn-lt"/>
        </a:defRPr>
      </a:lvl2pPr>
      <a:lvl3pPr marL="627063" indent="-185738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rgbClr val="0096DF"/>
        </a:buClr>
        <a:buFont typeface="Arial" charset="0"/>
        <a:buChar char="–"/>
        <a:defRPr>
          <a:solidFill>
            <a:srgbClr val="253746"/>
          </a:solidFill>
          <a:latin typeface="+mn-lt"/>
        </a:defRPr>
      </a:lvl3pPr>
      <a:lvl4pPr marL="7921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rgbClr val="0096DF"/>
        </a:buClr>
        <a:buFont typeface="Arial" charset="0"/>
        <a:buChar char="–"/>
        <a:defRPr>
          <a:solidFill>
            <a:srgbClr val="253746"/>
          </a:solidFill>
          <a:latin typeface="+mn-lt"/>
        </a:defRPr>
      </a:lvl4pPr>
      <a:lvl5pPr marL="9572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rgbClr val="0096DF"/>
        </a:buClr>
        <a:buFont typeface="Arial" charset="0"/>
        <a:buChar char="–"/>
        <a:defRPr sz="1600">
          <a:solidFill>
            <a:srgbClr val="253746"/>
          </a:solidFill>
          <a:latin typeface="+mn-lt"/>
        </a:defRPr>
      </a:lvl5pPr>
      <a:lvl6pPr marL="14144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6pPr>
      <a:lvl7pPr marL="18716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7pPr>
      <a:lvl8pPr marL="23288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8pPr>
      <a:lvl9pPr marL="2786063" indent="-163513" algn="l" defTabSz="820738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12" userDrawn="1">
          <p15:clr>
            <a:srgbClr val="F26B43"/>
          </p15:clr>
        </p15:guide>
        <p15:guide id="2" pos="311" userDrawn="1">
          <p15:clr>
            <a:srgbClr val="F26B43"/>
          </p15:clr>
        </p15:guide>
        <p15:guide id="3" pos="7367" userDrawn="1">
          <p15:clr>
            <a:srgbClr val="F26B43"/>
          </p15:clr>
        </p15:guide>
        <p15:guide id="4" orient="horz" pos="2880" userDrawn="1">
          <p15:clr>
            <a:srgbClr val="F26B43"/>
          </p15:clr>
        </p15:guide>
        <p15:guide id="5" orient="horz" pos="1440" userDrawn="1">
          <p15:clr>
            <a:srgbClr val="F26B43"/>
          </p15:clr>
        </p15:guide>
        <p15:guide id="6" orient="horz" pos="1368" userDrawn="1">
          <p15:clr>
            <a:srgbClr val="F26B43"/>
          </p15:clr>
        </p15:guide>
        <p15:guide id="7" orient="horz" pos="2952" userDrawn="1">
          <p15:clr>
            <a:srgbClr val="F26B43"/>
          </p15:clr>
        </p15:guide>
        <p15:guide id="8" orient="horz" pos="2808" userDrawn="1">
          <p15:clr>
            <a:srgbClr val="F26B43"/>
          </p15:clr>
        </p15:guide>
        <p15:guide id="10" orient="horz" pos="288" userDrawn="1">
          <p15:clr>
            <a:srgbClr val="F26B43"/>
          </p15:clr>
        </p15:guide>
        <p15:guide id="11" orient="horz" pos="4008" userDrawn="1">
          <p15:clr>
            <a:srgbClr val="F26B43"/>
          </p15:clr>
        </p15:guide>
        <p15:guide id="12" pos="3836" userDrawn="1">
          <p15:clr>
            <a:srgbClr val="F26B43"/>
          </p15:clr>
        </p15:guide>
        <p15:guide id="13" pos="2663" userDrawn="1">
          <p15:clr>
            <a:srgbClr val="F26B43"/>
          </p15:clr>
        </p15:guide>
        <p15:guide id="14" pos="5015" userDrawn="1">
          <p15:clr>
            <a:srgbClr val="F26B43"/>
          </p15:clr>
        </p15:guide>
        <p15:guide id="15" pos="2591" userDrawn="1">
          <p15:clr>
            <a:srgbClr val="F26B43"/>
          </p15:clr>
        </p15:guide>
        <p15:guide id="16" pos="2735" userDrawn="1">
          <p15:clr>
            <a:srgbClr val="F26B43"/>
          </p15:clr>
        </p15:guide>
        <p15:guide id="17" pos="5087" userDrawn="1">
          <p15:clr>
            <a:srgbClr val="F26B43"/>
          </p15:clr>
        </p15:guide>
        <p15:guide id="18" pos="4943" userDrawn="1">
          <p15:clr>
            <a:srgbClr val="F26B43"/>
          </p15:clr>
        </p15:guide>
        <p15:guide id="19" orient="horz" pos="576" userDrawn="1">
          <p15:clr>
            <a:srgbClr val="F26B43"/>
          </p15:clr>
        </p15:guide>
        <p15:guide id="20" orient="horz" pos="3744" userDrawn="1">
          <p15:clr>
            <a:srgbClr val="F26B43"/>
          </p15:clr>
        </p15:guide>
        <p15:guide id="21" pos="1559" userDrawn="1">
          <p15:clr>
            <a:srgbClr val="F26B43"/>
          </p15:clr>
        </p15:guide>
        <p15:guide id="22" orient="horz" pos="864" userDrawn="1">
          <p15:clr>
            <a:srgbClr val="F26B43"/>
          </p15:clr>
        </p15:guide>
        <p15:guide id="23" pos="59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1800" b="1">
                <a:solidFill>
                  <a:srgbClr val="FFFFFF"/>
                </a:solidFill>
              </a:rPr>
              <a:t>The simulation</a:t>
            </a:r>
          </a:p>
        </p:txBody>
      </p:sp>
      <p:sp>
        <p:nvSpPr>
          <p:cNvPr id="3" name="Slide Number Placeholder 2"/>
          <p:cNvSpPr>
            <a:spLocks noGrp="1"/>
          </p:cNvSpPr>
          <p:nvPr userDrawn="1">
            <p:ph type="sldNum" sz="quarter" idx="10"/>
          </p:nvPr>
        </p:nvSpPr>
        <p:spPr>
          <a:xfrm>
            <a:off x="8075613" y="6564405"/>
            <a:ext cx="3619500" cy="293595"/>
          </a:xfrm>
        </p:spPr>
        <p:txBody>
          <a:bodyPr anchor="t"/>
          <a:lstStyle>
            <a:lvl1pPr>
              <a:defRPr sz="90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	</a:t>
            </a:r>
            <a:fld id="{38B90DFD-62DE-414E-A22E-C1FEAF91FE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8961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A2240"/>
                </a:solidFill>
              </a:rPr>
              <a:t>A five-player war game to 2045 shows fps timing decides Boeing's strategy: narrowbody defence or widebody pivot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1">
                <a:solidFill>
                  <a:srgbClr val="6B7278"/>
                </a:solidFill>
              </a:rPr>
              <a:t>Source: Five-player war-game engine, runs wg5-2045 (fps on time) and wg5-2045d (fps three years late); team analysis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828800"/>
            <a:ext cx="475488" cy="475488"/>
          </a:xfrm>
          <a:prstGeom prst="ellipse">
            <a:avLst/>
          </a:prstGeom>
          <a:solidFill>
            <a:srgbClr val="003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042416" y="2002536"/>
            <a:ext cx="1563624" cy="128016"/>
          </a:xfrm>
          <a:prstGeom prst="rightArrow">
            <a:avLst/>
          </a:prstGeom>
          <a:solidFill>
            <a:srgbClr val="C8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2075688" cy="160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A2240"/>
                </a:solidFill>
              </a:rPr>
              <a:t>Five executive teams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1500" b="0" i="0">
                <a:solidFill>
                  <a:srgbClr val="1F2937"/>
                </a:solidFill>
              </a:rPr>
              <a:t>Boeing, Airbus, Rolls-Royce, P&amp;W and CFM/GE, each an independent AI agent</a:t>
            </a:r>
          </a:p>
        </p:txBody>
      </p:sp>
      <p:sp>
        <p:nvSpPr>
          <p:cNvPr id="9" name="Oval 8"/>
          <p:cNvSpPr/>
          <p:nvPr/>
        </p:nvSpPr>
        <p:spPr>
          <a:xfrm>
            <a:off x="2715768" y="1828800"/>
            <a:ext cx="475488" cy="475488"/>
          </a:xfrm>
          <a:prstGeom prst="ellipse">
            <a:avLst/>
          </a:prstGeom>
          <a:solidFill>
            <a:srgbClr val="003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300984" y="2002536"/>
            <a:ext cx="1563624" cy="128016"/>
          </a:xfrm>
          <a:prstGeom prst="rightArrow">
            <a:avLst/>
          </a:prstGeom>
          <a:solidFill>
            <a:srgbClr val="C8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15768" y="2423160"/>
            <a:ext cx="2075688" cy="160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A2240"/>
                </a:solidFill>
              </a:rPr>
              <a:t>Sealed orders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1500" b="0" i="0">
                <a:solidFill>
                  <a:srgbClr val="1F2937"/>
                </a:solidFill>
              </a:rPr>
              <a:t>Simultaneous moves each round; rivals see only public statements</a:t>
            </a:r>
          </a:p>
        </p:txBody>
      </p:sp>
      <p:sp>
        <p:nvSpPr>
          <p:cNvPr id="12" name="Oval 11"/>
          <p:cNvSpPr/>
          <p:nvPr/>
        </p:nvSpPr>
        <p:spPr>
          <a:xfrm>
            <a:off x="4974336" y="1828800"/>
            <a:ext cx="475488" cy="475488"/>
          </a:xfrm>
          <a:prstGeom prst="ellipse">
            <a:avLst/>
          </a:prstGeom>
          <a:solidFill>
            <a:srgbClr val="003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559552" y="2002536"/>
            <a:ext cx="1563624" cy="128016"/>
          </a:xfrm>
          <a:prstGeom prst="rightArrow">
            <a:avLst/>
          </a:prstGeom>
          <a:solidFill>
            <a:srgbClr val="C8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74336" y="2423160"/>
            <a:ext cx="2075688" cy="160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A2240"/>
                </a:solidFill>
              </a:rPr>
              <a:t>Engine makers move first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1500" b="0" i="0">
                <a:solidFill>
                  <a:srgbClr val="1F2937"/>
                </a:solidFill>
              </a:rPr>
              <a:t>An airframe that names an uncommitted engine falls back to an existing one</a:t>
            </a:r>
          </a:p>
        </p:txBody>
      </p:sp>
      <p:sp>
        <p:nvSpPr>
          <p:cNvPr id="15" name="Oval 14"/>
          <p:cNvSpPr/>
          <p:nvPr/>
        </p:nvSpPr>
        <p:spPr>
          <a:xfrm>
            <a:off x="7232904" y="1828800"/>
            <a:ext cx="475488" cy="475488"/>
          </a:xfrm>
          <a:prstGeom prst="ellipse">
            <a:avLst/>
          </a:prstGeom>
          <a:solidFill>
            <a:srgbClr val="003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18120" y="2002536"/>
            <a:ext cx="1563624" cy="128016"/>
          </a:xfrm>
          <a:prstGeom prst="rightArrow">
            <a:avLst/>
          </a:prstGeom>
          <a:solidFill>
            <a:srgbClr val="C8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32904" y="2423160"/>
            <a:ext cx="2075688" cy="160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A2240"/>
                </a:solidFill>
              </a:rPr>
              <a:t>Market reacts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1500" b="0" i="0">
                <a:solidFill>
                  <a:srgbClr val="1F2937"/>
                </a:solidFill>
              </a:rPr>
              <a:t>Airlines and lessors set demand for each new aircraft</a:t>
            </a:r>
          </a:p>
        </p:txBody>
      </p:sp>
      <p:sp>
        <p:nvSpPr>
          <p:cNvPr id="18" name="Oval 17"/>
          <p:cNvSpPr/>
          <p:nvPr/>
        </p:nvSpPr>
        <p:spPr>
          <a:xfrm>
            <a:off x="9491472" y="1828800"/>
            <a:ext cx="475488" cy="475488"/>
          </a:xfrm>
          <a:prstGeom prst="ellipse">
            <a:avLst/>
          </a:prstGeom>
          <a:solidFill>
            <a:srgbClr val="003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1472" y="2423160"/>
            <a:ext cx="2075688" cy="160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A2240"/>
                </a:solidFill>
              </a:rPr>
              <a:t>Three rounds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1500" b="0" i="0">
                <a:solidFill>
                  <a:srgbClr val="1F2937"/>
                </a:solidFill>
              </a:rPr>
              <a:t>To 2030, 2035 and 2045, with a supply crunch, a fuel spike and a widebody boom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14800"/>
            <a:ext cx="5559552" cy="438912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4114800"/>
            <a:ext cx="5285232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Game 1 · fps on time (in service 2038)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53712"/>
            <a:ext cx="5559552" cy="1572768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4681728"/>
            <a:ext cx="1731264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>
                <a:solidFill>
                  <a:srgbClr val="0A2240"/>
                </a:solidFill>
              </a:rPr>
              <a:t>+$3.9B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5321808"/>
            <a:ext cx="1700784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2937"/>
                </a:solidFill>
              </a:rPr>
              <a:t>Boeing full-game 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5" y="4681728"/>
            <a:ext cx="1731264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>
                <a:solidFill>
                  <a:srgbClr val="0A2240"/>
                </a:solidFill>
              </a:rPr>
              <a:t>40%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14015" y="5321808"/>
            <a:ext cx="1700784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2937"/>
                </a:solidFill>
              </a:rPr>
              <a:t>Boeing narrowbody share, 2045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681728"/>
            <a:ext cx="1731264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>
                <a:solidFill>
                  <a:srgbClr val="0A2240"/>
                </a:solidFill>
              </a:rPr>
              <a:t>54%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5321808"/>
            <a:ext cx="1700784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2937"/>
                </a:solidFill>
              </a:rPr>
              <a:t>Boeing widebody share, 2045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4114800"/>
            <a:ext cx="5559552" cy="438912"/>
          </a:xfrm>
          <a:prstGeom prst="rect">
            <a:avLst/>
          </a:prstGeom>
          <a:solidFill>
            <a:srgbClr val="003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4114800"/>
            <a:ext cx="5285232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Game 2 · fps three years late (2041)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4553712"/>
            <a:ext cx="5559552" cy="1572768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36792" y="4681728"/>
            <a:ext cx="1731264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>
                <a:solidFill>
                  <a:srgbClr val="0033A1"/>
                </a:solidFill>
              </a:rPr>
              <a:t>+$1.7B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5321808"/>
            <a:ext cx="1700784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2937"/>
                </a:solidFill>
              </a:rPr>
              <a:t>Boeing full-game value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9016" y="4681728"/>
            <a:ext cx="1731264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>
                <a:solidFill>
                  <a:srgbClr val="0033A1"/>
                </a:solidFill>
              </a:rPr>
              <a:t>32%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29016" y="5321808"/>
            <a:ext cx="1700784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2937"/>
                </a:solidFill>
              </a:rPr>
              <a:t>Boeing narrowbody share, 2045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4681728"/>
            <a:ext cx="1731264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>
                <a:solidFill>
                  <a:srgbClr val="0033A1"/>
                </a:solidFill>
              </a:rPr>
              <a:t>68%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1240" y="5321808"/>
            <a:ext cx="1700784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2937"/>
                </a:solidFill>
              </a:rPr>
              <a:t>Boeing widebody share, 2045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1800" b="1">
                <a:solidFill>
                  <a:srgbClr val="FFFFFF"/>
                </a:solidFill>
              </a:rPr>
              <a:t>How the games played out</a:t>
            </a:r>
          </a:p>
        </p:txBody>
      </p:sp>
      <p:sp>
        <p:nvSpPr>
          <p:cNvPr id="3" name="Slide Number Placeholder 2"/>
          <p:cNvSpPr>
            <a:spLocks noGrp="1"/>
          </p:cNvSpPr>
          <p:nvPr userDrawn="1">
            <p:ph type="sldNum" sz="quarter" idx="10"/>
          </p:nvPr>
        </p:nvSpPr>
        <p:spPr>
          <a:xfrm>
            <a:off x="8075613" y="6564405"/>
            <a:ext cx="3619500" cy="293595"/>
          </a:xfrm>
        </p:spPr>
        <p:txBody>
          <a:bodyPr anchor="t"/>
          <a:lstStyle>
            <a:lvl1pPr>
              <a:defRPr sz="90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	</a:t>
            </a:r>
            <a:fld id="{38B90DFD-62DE-414E-A22E-C1FEAF91FE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8961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A2240"/>
                </a:solidFill>
              </a:rPr>
              <a:t>Both games opened identically and split in 2031: the late fps no longer paid, so Boeing re-engined the 787 instead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1">
                <a:solidFill>
                  <a:srgbClr val="6B7278"/>
                </a:solidFill>
              </a:rPr>
              <a:t>Source: Five-player war-game engine, runs wg5-2045 (fps on time) and wg5-2045d (fps three years late); team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57400" y="1810512"/>
            <a:ext cx="4800600" cy="457200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1810512"/>
            <a:ext cx="456285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Game 1 · fps on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94576" y="1810512"/>
            <a:ext cx="4837176" cy="457200"/>
          </a:xfrm>
          <a:prstGeom prst="rect">
            <a:avLst/>
          </a:prstGeom>
          <a:solidFill>
            <a:srgbClr val="003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31736" y="1810512"/>
            <a:ext cx="456285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Game 2 · fps three years late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22576"/>
            <a:ext cx="1545336" cy="77724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322576"/>
            <a:ext cx="141732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0A2240"/>
                </a:solidFill>
              </a:rPr>
              <a:t>Round 1</a:t>
            </a:r>
          </a:p>
          <a:p>
            <a:pPr algn="l">
              <a:spcBef>
                <a:spcPts val="500"/>
              </a:spcBef>
            </a:pPr>
            <a:r>
              <a:rPr sz="1500" b="0" i="0">
                <a:solidFill>
                  <a:srgbClr val="0A2240"/>
                </a:solidFill>
              </a:rPr>
              <a:t>2026–30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2322576"/>
            <a:ext cx="9674352" cy="777240"/>
          </a:xfrm>
          <a:prstGeom prst="rect">
            <a:avLst/>
          </a:prstGeom>
          <a:noFill/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2414016"/>
            <a:ext cx="9400032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F2937"/>
                </a:solidFill>
              </a:rPr>
              <a:t>Same in both: Airbus launches NGSA in 2028 and asks for UltraFan. Rolls-Royce waits for an airframe, so NGSA flies CFM's LEAP derivative (in service 2035). Boeing holds; P&amp;W hedges with a new GTF.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54680"/>
            <a:ext cx="1545336" cy="11430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154680"/>
            <a:ext cx="1417320" cy="1143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0A2240"/>
                </a:solidFill>
              </a:rPr>
              <a:t>Round 2</a:t>
            </a:r>
          </a:p>
          <a:p>
            <a:pPr algn="l">
              <a:spcBef>
                <a:spcPts val="500"/>
              </a:spcBef>
            </a:pPr>
            <a:r>
              <a:rPr sz="1500" b="0" i="0">
                <a:solidFill>
                  <a:srgbClr val="0A2240"/>
                </a:solidFill>
              </a:rPr>
              <a:t>2031–35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57400" y="3154680"/>
            <a:ext cx="4800600" cy="1143000"/>
          </a:xfrm>
          <a:prstGeom prst="rect">
            <a:avLst/>
          </a:prstGeom>
          <a:noFill/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3246120"/>
            <a:ext cx="4544568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F2937"/>
                </a:solidFill>
              </a:rPr>
              <a:t>Boeing launches fps (in service 2038) on P&amp;W's GTF2, and P&amp;W cancels it the same round: fps falls back to the LEAP derivative. Airbus launches an A350 Re-engine for 2040.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94576" y="3154680"/>
            <a:ext cx="4837176" cy="1143000"/>
          </a:xfrm>
          <a:prstGeom prst="rect">
            <a:avLst/>
          </a:prstGeom>
          <a:noFill/>
          <a:ln w="19050">
            <a:solidFill>
              <a:srgbClr val="003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31736" y="3246120"/>
            <a:ext cx="4562856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F2937"/>
                </a:solidFill>
              </a:rPr>
              <a:t>fps fails Boeing's launch test. Boeing launches a 787 Re-engine on GE (in service 2036) and takes the 737 rate step. P&amp;W cancels its GTF2; Airbus signals an A350 Re-engine for 2037.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52544"/>
            <a:ext cx="1545336" cy="11430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352544"/>
            <a:ext cx="1417320" cy="1143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0A2240"/>
                </a:solidFill>
              </a:rPr>
              <a:t>Round 3</a:t>
            </a:r>
          </a:p>
          <a:p>
            <a:pPr algn="l">
              <a:spcBef>
                <a:spcPts val="500"/>
              </a:spcBef>
            </a:pPr>
            <a:r>
              <a:rPr sz="1500" b="0" i="0">
                <a:solidFill>
                  <a:srgbClr val="0A2240"/>
                </a:solidFill>
              </a:rPr>
              <a:t>2036–45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57400" y="4352544"/>
            <a:ext cx="4800600" cy="1143000"/>
          </a:xfrm>
          <a:prstGeom prst="rect">
            <a:avLst/>
          </a:prstGeom>
          <a:noFill/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4443983"/>
            <a:ext cx="4544568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F2937"/>
                </a:solidFill>
              </a:rPr>
              <a:t>Rolls-Royce cancels its unused UltraFan narrowbody. Boeing declines a 787 Re-engine; the A350 Re-engine flies GE's GEnx upgrade from 2040.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94576" y="4352544"/>
            <a:ext cx="4837176" cy="1143000"/>
          </a:xfrm>
          <a:prstGeom prst="rect">
            <a:avLst/>
          </a:prstGeom>
          <a:noFill/>
          <a:ln w="19050">
            <a:solidFill>
              <a:srgbClr val="0033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31736" y="4443983"/>
            <a:ext cx="4562856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F2937"/>
                </a:solidFill>
              </a:rPr>
              <a:t>Airbus shelves the A350 Re-engine; in the same sealed round Rolls-Royce commits UltraFan widebody for it, an engine with no airframe. Boeing does not launch fps.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568696"/>
            <a:ext cx="11274552" cy="512064"/>
          </a:xfrm>
          <a:prstGeom prst="rect">
            <a:avLst/>
          </a:prstGeom>
          <a:solidFill>
            <a:srgbClr val="003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568696"/>
            <a:ext cx="1097280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Constant in both games: </a:t>
            </a:r>
            <a:r>
              <a:rPr sz="1500" b="0" i="0">
                <a:solidFill>
                  <a:srgbClr val="FFFFFF"/>
                </a:solidFill>
              </a:rPr>
              <a:t>engine makers waited for airframes, so every new aircraft ended on CFM/GE's existing engines.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1800" b="1">
                <a:solidFill>
                  <a:srgbClr val="FFFFFF"/>
                </a:solidFill>
              </a:rPr>
              <a:t>Outcome</a:t>
            </a:r>
          </a:p>
        </p:txBody>
      </p:sp>
      <p:sp>
        <p:nvSpPr>
          <p:cNvPr id="3" name="Slide Number Placeholder 2"/>
          <p:cNvSpPr>
            <a:spLocks noGrp="1"/>
          </p:cNvSpPr>
          <p:nvPr userDrawn="1">
            <p:ph type="sldNum" sz="quarter" idx="10"/>
          </p:nvPr>
        </p:nvSpPr>
        <p:spPr>
          <a:xfrm>
            <a:off x="8075613" y="6564405"/>
            <a:ext cx="3619500" cy="293595"/>
          </a:xfrm>
        </p:spPr>
        <p:txBody>
          <a:bodyPr anchor="t"/>
          <a:lstStyle>
            <a:lvl1pPr>
              <a:defRPr sz="90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	</a:t>
            </a:r>
            <a:fld id="{38B90DFD-62DE-414E-A22E-C1FEAF91FE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8961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A2240"/>
                </a:solidFill>
              </a:rPr>
              <a:t>The delay trades narrowbody for widebody: Boeing falls to 32% of narrowbodies by 2045 but rises to 68% of widebodies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1">
                <a:solidFill>
                  <a:srgbClr val="6B7278"/>
                </a:solidFill>
              </a:rPr>
              <a:t>Source: Five-player war-game engine, runs wg5-2045 (fps on time) and wg5-2045d (fps three years late); team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10512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0A2240"/>
                </a:solidFill>
              </a:rPr>
              <a:t>Boeing share of narrowbody deliveries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65760" y="2148840"/>
          <a:ext cx="388620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43400" y="1810512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0A2240"/>
                </a:solidFill>
              </a:rPr>
              <a:t>Boeing share of widebody deliveries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251960" y="2148840"/>
          <a:ext cx="3886200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8366760" y="1810512"/>
            <a:ext cx="3364992" cy="4315968"/>
          </a:xfrm>
          <a:prstGeom prst="rect">
            <a:avLst/>
          </a:prstGeom>
          <a:solidFill>
            <a:srgbClr val="003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7928" y="1975104"/>
            <a:ext cx="296265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FULL-GAME VALUE, $B PV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67928" y="2313432"/>
            <a:ext cx="2962656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300" b="0" i="0">
                <a:solidFill>
                  <a:srgbClr val="C9D6E8"/>
                </a:solidFill>
              </a:rPr>
              <a:t>on time  →  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67928" y="2679191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Boeing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679191"/>
            <a:ext cx="1746504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600" b="0" i="0">
                <a:solidFill>
                  <a:srgbClr val="FFFFFF"/>
                </a:solidFill>
              </a:rPr>
              <a:t>+3.9  →  +1.7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7928" y="3136391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Airbus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136391"/>
            <a:ext cx="1746504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600" b="0" i="0">
                <a:solidFill>
                  <a:srgbClr val="FFFFFF"/>
                </a:solidFill>
              </a:rPr>
              <a:t>+36.5  →  +44.5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3593591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CFM/GE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3593591"/>
            <a:ext cx="1746504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600" b="0" i="0">
                <a:solidFill>
                  <a:srgbClr val="FFFFFF"/>
                </a:solidFill>
              </a:rPr>
              <a:t>+18.8  →  +19.0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4050791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P&amp;W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4050791"/>
            <a:ext cx="1746504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600" b="0" i="0">
                <a:solidFill>
                  <a:srgbClr val="FFFFFF"/>
                </a:solidFill>
              </a:rPr>
              <a:t>−2.8  →  −2.8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4507992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Rolls-Royce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4507992"/>
            <a:ext cx="1746504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600" b="0" i="0">
                <a:solidFill>
                  <a:srgbClr val="FFFFFF"/>
                </a:solidFill>
              </a:rPr>
              <a:t>−7.0  →  −3.7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67928" y="5056631"/>
            <a:ext cx="2962656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</a:rPr>
              <a:t>Boeing saves ~$23B of fps capex to 2045 but loses the narrowbody wave; NGSA runs unopposed.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1800" b="1">
                <a:solidFill>
                  <a:srgbClr val="FFFFFF"/>
                </a:solidFill>
              </a:rPr>
              <a:t>Why the delay matters</a:t>
            </a:r>
          </a:p>
        </p:txBody>
      </p:sp>
      <p:sp>
        <p:nvSpPr>
          <p:cNvPr id="3" name="Slide Number Placeholder 2"/>
          <p:cNvSpPr>
            <a:spLocks noGrp="1"/>
          </p:cNvSpPr>
          <p:nvPr userDrawn="1">
            <p:ph type="sldNum" sz="quarter" idx="10"/>
          </p:nvPr>
        </p:nvSpPr>
        <p:spPr>
          <a:xfrm>
            <a:off x="8075613" y="6564405"/>
            <a:ext cx="3619500" cy="293595"/>
          </a:xfrm>
        </p:spPr>
        <p:txBody>
          <a:bodyPr anchor="t"/>
          <a:lstStyle>
            <a:lvl1pPr>
              <a:defRPr sz="90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	</a:t>
            </a:r>
            <a:fld id="{38B90DFD-62DE-414E-A22E-C1FEAF91FE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8961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A2240"/>
                </a:solidFill>
              </a:rPr>
              <a:t>fps fails Boeing's launch test beyond about a year of delay: each year late costs $2.3–2.9B of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1">
                <a:solidFill>
                  <a:srgbClr val="6B7278"/>
                </a:solidFill>
              </a:rPr>
              <a:t>Source: Five-player war-game engine, runs wg5-2045 (fps on time) and wg5-2045d (fps three years late); team analysis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1828800"/>
          <a:ext cx="768096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760720"/>
            <a:ext cx="75895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0A2240"/>
                </a:solidFill>
              </a:rPr>
              <a:t>Launch rule: </a:t>
            </a:r>
            <a:r>
              <a:rPr sz="1300" b="0" i="0">
                <a:solidFill>
                  <a:srgbClr val="1F2937"/>
                </a:solidFill>
              </a:rPr>
              <a:t>normal case &gt; +$1B vs Do Nothing; slip case ≥ −$2B. Values in $B PV.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75320" y="1810512"/>
            <a:ext cx="3456432" cy="4315968"/>
          </a:xfrm>
          <a:prstGeom prst="rect">
            <a:avLst/>
          </a:prstGeom>
          <a:solidFill>
            <a:srgbClr val="003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76488" y="1993392"/>
            <a:ext cx="3054096" cy="39502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</a:rPr>
              <a:t>WHAT WOULD REVIVE FPS (ANY ONE)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500" b="0" i="0">
                <a:solidFill>
                  <a:srgbClr val="FFFFFF"/>
                </a:solidFill>
              </a:rPr>
              <a:t>fps capex &lt; $21.8B  (now $30B)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500" b="0" i="0">
                <a:solidFill>
                  <a:srgbClr val="FFFFFF"/>
                </a:solidFill>
              </a:rPr>
              <a:t>Margin &gt; 34.7%  (now 25.6%)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500" b="0" i="0">
                <a:solidFill>
                  <a:srgbClr val="FFFFFF"/>
                </a:solidFill>
              </a:rPr>
              <a:t>Cost of capital &lt; 7.7%  (now 10.5%)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500" b="0" i="0">
                <a:solidFill>
                  <a:srgbClr val="FFFFFF"/>
                </a:solidFill>
              </a:rPr>
              <a:t>Partner pays &gt; 48% of capex, or takes &lt; 9% of margin  (now 35% / 25%)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500" b="1" i="0">
                <a:solidFill>
                  <a:srgbClr val="FFFFFF"/>
                </a:solidFill>
              </a:rPr>
              <a:t>No market assumption alone flips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1800" b="1">
                <a:solidFill>
                  <a:srgbClr val="FFFFFF"/>
                </a:solidFill>
              </a:rPr>
              <a:t>Recommendation</a:t>
            </a:r>
          </a:p>
        </p:txBody>
      </p:sp>
      <p:sp>
        <p:nvSpPr>
          <p:cNvPr id="3" name="Slide Number Placeholder 2"/>
          <p:cNvSpPr>
            <a:spLocks noGrp="1"/>
          </p:cNvSpPr>
          <p:nvPr userDrawn="1">
            <p:ph type="sldNum" sz="quarter" idx="10"/>
          </p:nvPr>
        </p:nvSpPr>
        <p:spPr>
          <a:xfrm>
            <a:off x="8075613" y="6564405"/>
            <a:ext cx="3619500" cy="293595"/>
          </a:xfrm>
        </p:spPr>
        <p:txBody>
          <a:bodyPr anchor="t"/>
          <a:lstStyle>
            <a:lvl1pPr>
              <a:defRPr sz="90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	</a:t>
            </a:r>
            <a:fld id="{38B90DFD-62DE-414E-A22E-C1FEAF91FE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4552" cy="8961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A2240"/>
                </a:solidFill>
              </a:rPr>
              <a:t>Recommendation: launch fps in 2031 only if the slip is held to a year; otherwise re-engine the 787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1">
                <a:solidFill>
                  <a:srgbClr val="6B7278"/>
                </a:solidFill>
              </a:rPr>
              <a:t>Source: Five-player war-game engine, runs wg5-2045 (fps on time) and wg5-2045d (fps three years late); team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10512"/>
            <a:ext cx="3685032" cy="3401568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1792" y="1965960"/>
            <a:ext cx="475488" cy="475488"/>
          </a:xfrm>
          <a:prstGeom prst="ellipse">
            <a:avLst/>
          </a:prstGeom>
          <a:solidFill>
            <a:srgbClr val="003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7" y="1901952"/>
            <a:ext cx="281635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1800" b="1" i="0">
                <a:solidFill>
                  <a:srgbClr val="0A2240"/>
                </a:solidFill>
              </a:rPr>
              <a:t>Gate fps on schedule confidence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33472"/>
            <a:ext cx="3337560" cy="2514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F2937"/>
                </a:solidFill>
              </a:rPr>
              <a:t>•  Launch in 2031 only if the credible delay is ≤ 1 year: worth +$5.6–9.9B over Do Nothing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1500" b="0" i="0">
                <a:solidFill>
                  <a:srgbClr val="1F2937"/>
                </a:solidFill>
              </a:rPr>
              <a:t>•  At 2 years the slip case fails (−$4.8B); at 3 years both cases fail (−$0.7B, −$4.7B)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1500" b="0" i="0">
                <a:solidFill>
                  <a:srgbClr val="1F2937"/>
                </a:solidFill>
              </a:rPr>
              <a:t>•  Fund schedule risk reduction first: technology and supplier readiness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810512"/>
            <a:ext cx="3685032" cy="3401568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16552" y="1965960"/>
            <a:ext cx="475488" cy="475488"/>
          </a:xfrm>
          <a:prstGeom prst="ellipse">
            <a:avLst/>
          </a:prstGeom>
          <a:solidFill>
            <a:srgbClr val="003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1768" y="1901952"/>
            <a:ext cx="281635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1800" b="1" i="0">
                <a:solidFill>
                  <a:srgbClr val="0A2240"/>
                </a:solidFill>
              </a:rPr>
              <a:t>If late, pivot to the widebody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633472"/>
            <a:ext cx="3337560" cy="2514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F2937"/>
                </a:solidFill>
              </a:rPr>
              <a:t>•  Launch the 787 Re-engine in 2031 with the 737 rate step: +$3.4B over Do Nothing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1500" b="0" i="0">
                <a:solidFill>
                  <a:srgbClr val="1F2937"/>
                </a:solidFill>
              </a:rPr>
              <a:t>•  Moving first deters the A350 Re-engine; widebody share rises to 68% by 2045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1500" b="0" i="0">
                <a:solidFill>
                  <a:srgbClr val="1F2937"/>
                </a:solidFill>
              </a:rPr>
              <a:t>•  Keep one major development at a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810512"/>
            <a:ext cx="3685032" cy="3401568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11312" y="1965960"/>
            <a:ext cx="475488" cy="475488"/>
          </a:xfrm>
          <a:prstGeom prst="ellipse">
            <a:avLst/>
          </a:prstGeom>
          <a:solidFill>
            <a:srgbClr val="003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6528" y="1901952"/>
            <a:ext cx="281635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1800" b="1" i="0">
                <a:solidFill>
                  <a:srgbClr val="0A2240"/>
                </a:solidFill>
              </a:rPr>
              <a:t>Reopen fps on new terms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633472"/>
            <a:ext cx="3337560" cy="2514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F2937"/>
                </a:solidFill>
              </a:rPr>
              <a:t>•  Hit any one gate: capex &lt; $21.8B, margin &gt; 34.7%, or partner terms &gt; 48% of capex / &lt; 9% of margin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1500" b="0" i="0">
                <a:solidFill>
                  <a:srgbClr val="1F2937"/>
                </a:solidFill>
              </a:rPr>
              <a:t>•  Name a committed engine maker before committing the airframe; in both games uncommitted picks fell to CFM/GE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1500" b="0" i="0">
                <a:solidFill>
                  <a:srgbClr val="1F2937"/>
                </a:solidFill>
              </a:rPr>
              <a:t>•  Re-test before 2036: a later fps enters service after 2045, past the replacement-wave peak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303520"/>
            <a:ext cx="11274552" cy="822960"/>
          </a:xfrm>
          <a:prstGeom prst="rect">
            <a:avLst/>
          </a:prstGeom>
          <a:solidFill>
            <a:srgbClr val="003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30352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</a:rPr>
              <a:t>Do Nothing is not free: </a:t>
            </a:r>
            <a:r>
              <a:rPr sz="1500" b="0" i="0">
                <a:solidFill>
                  <a:srgbClr val="FFFFFF"/>
                </a:solidFill>
              </a:rPr>
              <a:t>narrowbody share falls from 40% to 20% by 2053 (−$2.4B PV, −$27B undiscounted). The model leaves out aftermarket and fixed-cost absorption, so validate those before conceding the narrowbody.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8.0&quot;&gt;&lt;object type=&quot;1&quot; unique_id=&quot;10001&quot;&gt;&lt;object type=&quot;8&quot; unique_id=&quot;142967&quot;&gt;&lt;/object&gt;&lt;object type=&quot;2&quot; unique_id=&quot;142968&quot;&gt;&lt;object type=&quot;3&quot; unique_id=&quot;142969&quot;&gt;&lt;property id=&quot;20148&quot; value=&quot;5&quot;/&gt;&lt;property id=&quot;20300&quot; value=&quot;Slide 1 - &amp;quot;Boeing Defense,  Space &amp;amp; Security&amp;quot;&quot;/&gt;&lt;property id=&quot;20307&quot; value=&quot;256&quot;/&gt;&lt;/object&gt;&lt;object type=&quot;3&quot; unique_id=&quot;142970&quot;&gt;&lt;property id=&quot;20148&quot; value=&quot;5&quot;/&gt;&lt;property id=&quot;20300&quot; value=&quot;Slide 2&quot;/&gt;&lt;property id=&quot;20307&quot; value=&quot;258&quot;/&gt;&lt;/object&gt;&lt;object type=&quot;3&quot; unique_id=&quot;142971&quot;&gt;&lt;property id=&quot;20148&quot; value=&quot;5&quot;/&gt;&lt;property id=&quot;20300&quot; value=&quot;Slide 3&quot;/&gt;&lt;property id=&quot;20307&quot; value=&quot;259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CS_template_16x9">
  <a:themeElements>
    <a:clrScheme name="Custom 2">
      <a:dk1>
        <a:srgbClr val="0A2240"/>
      </a:dk1>
      <a:lt1>
        <a:srgbClr val="FFFFFF"/>
      </a:lt1>
      <a:dk2>
        <a:srgbClr val="0033A6"/>
      </a:dk2>
      <a:lt2>
        <a:srgbClr val="A5ACB0"/>
      </a:lt2>
      <a:accent1>
        <a:srgbClr val="0033A6"/>
      </a:accent1>
      <a:accent2>
        <a:srgbClr val="0A2240"/>
      </a:accent2>
      <a:accent3>
        <a:srgbClr val="009BDF"/>
      </a:accent3>
      <a:accent4>
        <a:srgbClr val="BFD857"/>
      </a:accent4>
      <a:accent5>
        <a:srgbClr val="F38520"/>
      </a:accent5>
      <a:accent6>
        <a:srgbClr val="85439A"/>
      </a:accent6>
      <a:hlink>
        <a:srgbClr val="0033A1"/>
      </a:hlink>
      <a:folHlink>
        <a:srgbClr val="A5ACB0"/>
      </a:folHlink>
    </a:clrScheme>
    <a:fontScheme name="4_GradientBar_IdentityBar_QUESTION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oeing Color Palette">
        <a:dk1>
          <a:srgbClr val="000000"/>
        </a:dk1>
        <a:lt1>
          <a:srgbClr val="FFFFFF"/>
        </a:lt1>
        <a:dk2>
          <a:srgbClr val="0039A6"/>
        </a:dk2>
        <a:lt2>
          <a:srgbClr val="A5ACB0"/>
        </a:lt2>
        <a:accent1>
          <a:srgbClr val="0039A6"/>
        </a:accent1>
        <a:accent2>
          <a:srgbClr val="E70033"/>
        </a:accent2>
        <a:accent3>
          <a:srgbClr val="0096DB"/>
        </a:accent3>
        <a:accent4>
          <a:srgbClr val="77B800"/>
        </a:accent4>
        <a:accent5>
          <a:srgbClr val="580F8B"/>
        </a:accent5>
        <a:accent6>
          <a:srgbClr val="FFA200"/>
        </a:accent6>
        <a:hlink>
          <a:srgbClr val="0039A6"/>
        </a:hlink>
        <a:folHlink>
          <a:srgbClr val="A5ACB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PANTONE 7546">
      <a:srgbClr val="253746"/>
    </a:custClr>
    <a:custClr name="PANTONE 431">
      <a:srgbClr val="5B6770"/>
    </a:custClr>
    <a:custClr name="PANTONE 429">
      <a:srgbClr val="A3AAAE"/>
    </a:custClr>
    <a:custClr name="PANTONE CG1">
      <a:srgbClr val="DAD9D7"/>
    </a:custClr>
    <a:custClr name="Process Magenta">
      <a:srgbClr val="E5007E"/>
    </a:custClr>
    <a:custClr name="PANTONE 4975">
      <a:srgbClr val="402020"/>
    </a:custClr>
    <a:custClr name="PANTONE 201">
      <a:srgbClr val="A32136"/>
    </a:custClr>
    <a:custClr name="PANTONE 185">
      <a:srgbClr val="EA002A"/>
    </a:custClr>
    <a:custClr name="PANTONE 1665">
      <a:srgbClr val="E14504"/>
    </a:custClr>
    <a:custClr name="PANTONE 137">
      <a:srgbClr val="FFA400"/>
    </a:custClr>
    <a:custClr name="PANTONE 108">
      <a:srgbClr val="FFDB00"/>
    </a:custClr>
    <a:custClr name="PANTONE 1215">
      <a:srgbClr val="FDD773"/>
    </a:custClr>
    <a:custClr name="PANTONE 7499">
      <a:srgbClr val="F2E5B3"/>
    </a:custClr>
    <a:custClr name="PANTONE 553">
      <a:srgbClr val="214232"/>
    </a:custClr>
    <a:custClr name="PANTONE 376">
      <a:srgbClr val="81BC00"/>
    </a:custClr>
    <a:custClr name="PANTONE 373">
      <a:srgbClr val="CCE981"/>
    </a:custClr>
    <a:custClr name="PANTONE 328">
      <a:srgbClr val="007167"/>
    </a:custClr>
    <a:custClr name="PANTONE 309">
      <a:srgbClr val="003B4A"/>
    </a:custClr>
    <a:custClr name="PANTONE 3135">
      <a:srgbClr val="008BAC"/>
    </a:custClr>
    <a:custClr name="PANTONE 7457">
      <a:srgbClr val="BADCE6"/>
    </a:custClr>
    <a:custClr name="PANTONE 289">
      <a:srgbClr val="0A2240"/>
    </a:custClr>
    <a:custClr name="PANTONE 2925">
      <a:srgbClr val="0096DF"/>
    </a:custClr>
    <a:custClr name="PANTONE 283">
      <a:srgbClr val="92C0EA"/>
    </a:custClr>
    <a:custClr name="PANTONE 2597">
      <a:srgbClr val="5C0F8C"/>
    </a:custClr>
  </a:custClrLst>
  <a:extLst>
    <a:ext uri="{05A4C25C-085E-4340-85A3-A5531E510DB2}">
      <thm15:themeFamily xmlns:thm15="http://schemas.microsoft.com/office/thememl/2012/main" name="PDPowerPointTemplate2026.pptx" id="{A10AAB2D-3152-497F-AF60-29944AE426DD}" vid="{351C384B-431C-4EDE-8A11-91618BDA14A4}"/>
    </a:ext>
  </a:extLst>
</a:theme>
</file>

<file path=ppt/theme/theme2.xml><?xml version="1.0" encoding="utf-8"?>
<a:theme xmlns:a="http://schemas.openxmlformats.org/drawingml/2006/main" name="Office Theme">
  <a:themeElements>
    <a:clrScheme name="Boeing Color Palette">
      <a:dk1>
        <a:srgbClr val="000000"/>
      </a:dk1>
      <a:lt1>
        <a:srgbClr val="FFFFFF"/>
      </a:lt1>
      <a:dk2>
        <a:srgbClr val="0039A6"/>
      </a:dk2>
      <a:lt2>
        <a:srgbClr val="A5ACB0"/>
      </a:lt2>
      <a:accent1>
        <a:srgbClr val="0039A6"/>
      </a:accent1>
      <a:accent2>
        <a:srgbClr val="E70033"/>
      </a:accent2>
      <a:accent3>
        <a:srgbClr val="0096DB"/>
      </a:accent3>
      <a:accent4>
        <a:srgbClr val="77B800"/>
      </a:accent4>
      <a:accent5>
        <a:srgbClr val="580F8B"/>
      </a:accent5>
      <a:accent6>
        <a:srgbClr val="FFA200"/>
      </a:accent6>
      <a:hlink>
        <a:srgbClr val="0039A6"/>
      </a:hlink>
      <a:folHlink>
        <a:srgbClr val="A5ACB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PANTONE 7546">
      <a:srgbClr val="394A59"/>
    </a:custClr>
    <a:custClr name="PANTONE 431">
      <a:srgbClr val="5F6A72"/>
    </a:custClr>
    <a:custClr name="PANTONE 429">
      <a:srgbClr val="A5ACB0"/>
    </a:custClr>
    <a:custClr name="PANTONE CG1">
      <a:srgbClr val="E2E1DD"/>
    </a:custClr>
    <a:custClr name="PANTONE 7421">
      <a:srgbClr val="61162D"/>
    </a:custClr>
    <a:custClr name="PANTONE 221">
      <a:srgbClr val="96004B"/>
    </a:custClr>
    <a:custClr name="PANTONE 4975">
      <a:srgbClr val="462324"/>
    </a:custClr>
    <a:custClr name="PANTONE 201">
      <a:srgbClr val="9E1B32"/>
    </a:custClr>
    <a:custClr name="PANTONE 185">
      <a:srgbClr val="E70033"/>
    </a:custClr>
    <a:custClr name="PANTONE 1665">
      <a:srgbClr val="E24912"/>
    </a:custClr>
    <a:custClr name="PANTONE 137">
      <a:srgbClr val="FFA200"/>
    </a:custClr>
    <a:custClr name="PANTONE 1215">
      <a:srgbClr val="FBDE81"/>
    </a:custClr>
    <a:custClr name="PANTONE 7499">
      <a:srgbClr val="EEE8C5"/>
    </a:custClr>
    <a:custClr name="PANTONE 553">
      <a:srgbClr val="214232"/>
    </a:custClr>
    <a:custClr name="PANTONE 376">
      <a:srgbClr val="77B800"/>
    </a:custClr>
    <a:custClr name="PANTONE 373">
      <a:srgbClr val="CFEA8B"/>
    </a:custClr>
    <a:custClr name="PANTONE 328">
      <a:srgbClr val="007165"/>
    </a:custClr>
    <a:custClr name="PANTONE 309">
      <a:srgbClr val="003D4D"/>
    </a:custClr>
    <a:custClr name="PANTONE 3135">
      <a:srgbClr val="0091B5"/>
    </a:custClr>
    <a:custClr name="PANTONE 9041">
      <a:srgbClr val="E2EBE4"/>
    </a:custClr>
    <a:custClr name="PANTONE 289">
      <a:srgbClr val="002144"/>
    </a:custClr>
    <a:custClr name="PANTONE 2925">
      <a:srgbClr val="0096DB"/>
    </a:custClr>
    <a:custClr name="PANTONE 283">
      <a:srgbClr val="97C5EB"/>
    </a:custClr>
    <a:custClr name="PANTONE 2597">
      <a:srgbClr val="580F8B"/>
    </a:custClr>
  </a:custClr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F4679FBC9C894BBCEA478888355A42" ma:contentTypeVersion="0" ma:contentTypeDescription="Create a new document." ma:contentTypeScope="" ma:versionID="05318c2c1f1e5d83158f267a322f41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46B113E-5857-4F0D-9780-658F409F3A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F7FA0E4-2C0D-4160-AA87-43C6EEEA4476}">
  <ds:schemaRefs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8919BF3-F420-487E-9C7B-4848D9AC763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3662</TotalTime>
  <Words>1644</Words>
  <Application>Microsoft Office PowerPoint</Application>
  <PresentationFormat>Custom</PresentationFormat>
  <Paragraphs>183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Boeing Meso</vt:lpstr>
      <vt:lpstr>Calibri</vt:lpstr>
      <vt:lpstr>HelveticaNeueLT Std</vt:lpstr>
      <vt:lpstr>Symbol</vt:lpstr>
      <vt:lpstr>System Font Regular</vt:lpstr>
      <vt:lpstr>Wingdings</vt:lpstr>
      <vt:lpstr>CS_template_16x9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CS Template 16x9</dc:subject>
  <dc:creator>Microsoft Office User</dc:creator>
  <cp:keywords>CS Template 16x9;306114</cp:keywords>
  <dc:description>Artist: Pionke (Deloney presentation specialist)
RMS#: 289830
Date: 10/22/2015</dc:description>
  <cp:lastModifiedBy>Moraleja (US), Jennifer</cp:lastModifiedBy>
  <cp:revision>149</cp:revision>
  <cp:lastPrinted>2020-02-13T16:20:50Z</cp:lastPrinted>
  <dcterms:created xsi:type="dcterms:W3CDTF">2023-11-06T14:20:46Z</dcterms:created>
  <dcterms:modified xsi:type="dcterms:W3CDTF">2026-03-03T22:20:46Z</dcterms:modified>
  <cp:category>PPT Template</cp:category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0x010100E3F4679FBC9C894BBCEA478888355A42</vt:lpwstr>
  </property>
</Properties>
</file>